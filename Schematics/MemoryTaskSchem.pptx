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7" r:id="rId2"/>
    <p:sldId id="259" r:id="rId3"/>
  </p:sldIdLst>
  <p:sldSz cx="19050000" cy="79549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A582"/>
    <a:srgbClr val="FFD966"/>
    <a:srgbClr val="7FBC41"/>
    <a:srgbClr val="DE77AE"/>
    <a:srgbClr val="2166AC"/>
    <a:srgbClr val="5CCACD"/>
    <a:srgbClr val="4393C3"/>
    <a:srgbClr val="C180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37"/>
    <p:restoredTop sz="96266"/>
  </p:normalViewPr>
  <p:slideViewPr>
    <p:cSldViewPr snapToGrid="0" snapToObjects="1">
      <p:cViewPr>
        <p:scale>
          <a:sx n="80" d="100"/>
          <a:sy n="80" d="100"/>
        </p:scale>
        <p:origin x="216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81250" y="1301889"/>
            <a:ext cx="14287500" cy="2769506"/>
          </a:xfrm>
        </p:spPr>
        <p:txBody>
          <a:bodyPr anchor="b"/>
          <a:lstStyle>
            <a:lvl1pPr algn="ctr">
              <a:defRPr sz="6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81250" y="4178198"/>
            <a:ext cx="14287500" cy="1920607"/>
          </a:xfrm>
        </p:spPr>
        <p:txBody>
          <a:bodyPr/>
          <a:lstStyle>
            <a:lvl1pPr marL="0" indent="0" algn="ctr">
              <a:buNone/>
              <a:defRPr sz="2784"/>
            </a:lvl1pPr>
            <a:lvl2pPr marL="530352" indent="0" algn="ctr">
              <a:buNone/>
              <a:defRPr sz="2320"/>
            </a:lvl2pPr>
            <a:lvl3pPr marL="1060704" indent="0" algn="ctr">
              <a:buNone/>
              <a:defRPr sz="2088"/>
            </a:lvl3pPr>
            <a:lvl4pPr marL="1591056" indent="0" algn="ctr">
              <a:buNone/>
              <a:defRPr sz="1856"/>
            </a:lvl4pPr>
            <a:lvl5pPr marL="2121408" indent="0" algn="ctr">
              <a:buNone/>
              <a:defRPr sz="1856"/>
            </a:lvl5pPr>
            <a:lvl6pPr marL="2651760" indent="0" algn="ctr">
              <a:buNone/>
              <a:defRPr sz="1856"/>
            </a:lvl6pPr>
            <a:lvl7pPr marL="3182112" indent="0" algn="ctr">
              <a:buNone/>
              <a:defRPr sz="1856"/>
            </a:lvl7pPr>
            <a:lvl8pPr marL="3712464" indent="0" algn="ctr">
              <a:buNone/>
              <a:defRPr sz="1856"/>
            </a:lvl8pPr>
            <a:lvl9pPr marL="4242816" indent="0" algn="ctr">
              <a:buNone/>
              <a:defRPr sz="1856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61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150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9766" y="1983218"/>
            <a:ext cx="16430625" cy="3309043"/>
          </a:xfrm>
        </p:spPr>
        <p:txBody>
          <a:bodyPr anchor="b"/>
          <a:lstStyle>
            <a:lvl1pPr>
              <a:defRPr sz="69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9766" y="5323565"/>
            <a:ext cx="16430625" cy="1740148"/>
          </a:xfrm>
        </p:spPr>
        <p:txBody>
          <a:bodyPr/>
          <a:lstStyle>
            <a:lvl1pPr marL="0" indent="0">
              <a:buNone/>
              <a:defRPr sz="2784">
                <a:solidFill>
                  <a:schemeClr val="tx1">
                    <a:tint val="75000"/>
                  </a:schemeClr>
                </a:solidFill>
              </a:defRPr>
            </a:lvl1pPr>
            <a:lvl2pPr marL="530352" indent="0">
              <a:buNone/>
              <a:defRPr sz="2320">
                <a:solidFill>
                  <a:schemeClr val="tx1">
                    <a:tint val="75000"/>
                  </a:schemeClr>
                </a:solidFill>
              </a:defRPr>
            </a:lvl2pPr>
            <a:lvl3pPr marL="1060704" indent="0">
              <a:buNone/>
              <a:defRPr sz="2088">
                <a:solidFill>
                  <a:schemeClr val="tx1">
                    <a:tint val="75000"/>
                  </a:schemeClr>
                </a:solidFill>
              </a:defRPr>
            </a:lvl3pPr>
            <a:lvl4pPr marL="1591056" indent="0">
              <a:buNone/>
              <a:defRPr sz="1856">
                <a:solidFill>
                  <a:schemeClr val="tx1">
                    <a:tint val="75000"/>
                  </a:schemeClr>
                </a:solidFill>
              </a:defRPr>
            </a:lvl4pPr>
            <a:lvl5pPr marL="2121408" indent="0">
              <a:buNone/>
              <a:defRPr sz="1856">
                <a:solidFill>
                  <a:schemeClr val="tx1">
                    <a:tint val="75000"/>
                  </a:schemeClr>
                </a:solidFill>
              </a:defRPr>
            </a:lvl5pPr>
            <a:lvl6pPr marL="2651760" indent="0">
              <a:buNone/>
              <a:defRPr sz="1856">
                <a:solidFill>
                  <a:schemeClr val="tx1">
                    <a:tint val="75000"/>
                  </a:schemeClr>
                </a:solidFill>
              </a:defRPr>
            </a:lvl6pPr>
            <a:lvl7pPr marL="3182112" indent="0">
              <a:buNone/>
              <a:defRPr sz="1856">
                <a:solidFill>
                  <a:schemeClr val="tx1">
                    <a:tint val="75000"/>
                  </a:schemeClr>
                </a:solidFill>
              </a:defRPr>
            </a:lvl7pPr>
            <a:lvl8pPr marL="3712464" indent="0">
              <a:buNone/>
              <a:defRPr sz="1856">
                <a:solidFill>
                  <a:schemeClr val="tx1">
                    <a:tint val="75000"/>
                  </a:schemeClr>
                </a:solidFill>
              </a:defRPr>
            </a:lvl8pPr>
            <a:lvl9pPr marL="4242816" indent="0">
              <a:buNone/>
              <a:defRPr sz="185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27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09688" y="2117641"/>
            <a:ext cx="8096250" cy="50473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44063" y="2117641"/>
            <a:ext cx="8096250" cy="50473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5860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2169" y="423529"/>
            <a:ext cx="16430625" cy="153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2170" y="1950071"/>
            <a:ext cx="8059042" cy="955700"/>
          </a:xfrm>
        </p:spPr>
        <p:txBody>
          <a:bodyPr anchor="b"/>
          <a:lstStyle>
            <a:lvl1pPr marL="0" indent="0">
              <a:buNone/>
              <a:defRPr sz="2784" b="1"/>
            </a:lvl1pPr>
            <a:lvl2pPr marL="530352" indent="0">
              <a:buNone/>
              <a:defRPr sz="2320" b="1"/>
            </a:lvl2pPr>
            <a:lvl3pPr marL="1060704" indent="0">
              <a:buNone/>
              <a:defRPr sz="2088" b="1"/>
            </a:lvl3pPr>
            <a:lvl4pPr marL="1591056" indent="0">
              <a:buNone/>
              <a:defRPr sz="1856" b="1"/>
            </a:lvl4pPr>
            <a:lvl5pPr marL="2121408" indent="0">
              <a:buNone/>
              <a:defRPr sz="1856" b="1"/>
            </a:lvl5pPr>
            <a:lvl6pPr marL="2651760" indent="0">
              <a:buNone/>
              <a:defRPr sz="1856" b="1"/>
            </a:lvl6pPr>
            <a:lvl7pPr marL="3182112" indent="0">
              <a:buNone/>
              <a:defRPr sz="1856" b="1"/>
            </a:lvl7pPr>
            <a:lvl8pPr marL="3712464" indent="0">
              <a:buNone/>
              <a:defRPr sz="1856" b="1"/>
            </a:lvl8pPr>
            <a:lvl9pPr marL="4242816" indent="0">
              <a:buNone/>
              <a:defRPr sz="185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12170" y="2905771"/>
            <a:ext cx="8059042" cy="4273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644063" y="1950071"/>
            <a:ext cx="8098731" cy="955700"/>
          </a:xfrm>
        </p:spPr>
        <p:txBody>
          <a:bodyPr anchor="b"/>
          <a:lstStyle>
            <a:lvl1pPr marL="0" indent="0">
              <a:buNone/>
              <a:defRPr sz="2784" b="1"/>
            </a:lvl1pPr>
            <a:lvl2pPr marL="530352" indent="0">
              <a:buNone/>
              <a:defRPr sz="2320" b="1"/>
            </a:lvl2pPr>
            <a:lvl3pPr marL="1060704" indent="0">
              <a:buNone/>
              <a:defRPr sz="2088" b="1"/>
            </a:lvl3pPr>
            <a:lvl4pPr marL="1591056" indent="0">
              <a:buNone/>
              <a:defRPr sz="1856" b="1"/>
            </a:lvl4pPr>
            <a:lvl5pPr marL="2121408" indent="0">
              <a:buNone/>
              <a:defRPr sz="1856" b="1"/>
            </a:lvl5pPr>
            <a:lvl6pPr marL="2651760" indent="0">
              <a:buNone/>
              <a:defRPr sz="1856" b="1"/>
            </a:lvl6pPr>
            <a:lvl7pPr marL="3182112" indent="0">
              <a:buNone/>
              <a:defRPr sz="1856" b="1"/>
            </a:lvl7pPr>
            <a:lvl8pPr marL="3712464" indent="0">
              <a:buNone/>
              <a:defRPr sz="1856" b="1"/>
            </a:lvl8pPr>
            <a:lvl9pPr marL="4242816" indent="0">
              <a:buNone/>
              <a:defRPr sz="1856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644063" y="2905771"/>
            <a:ext cx="8098731" cy="42739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95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961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7518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2170" y="530331"/>
            <a:ext cx="6144120" cy="1856158"/>
          </a:xfrm>
        </p:spPr>
        <p:txBody>
          <a:bodyPr anchor="b"/>
          <a:lstStyle>
            <a:lvl1pPr>
              <a:defRPr sz="37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098731" y="1145368"/>
            <a:ext cx="9644063" cy="5653180"/>
          </a:xfrm>
        </p:spPr>
        <p:txBody>
          <a:bodyPr/>
          <a:lstStyle>
            <a:lvl1pPr>
              <a:defRPr sz="3712"/>
            </a:lvl1pPr>
            <a:lvl2pPr>
              <a:defRPr sz="3248"/>
            </a:lvl2pPr>
            <a:lvl3pPr>
              <a:defRPr sz="2784"/>
            </a:lvl3pPr>
            <a:lvl4pPr>
              <a:defRPr sz="2320"/>
            </a:lvl4pPr>
            <a:lvl5pPr>
              <a:defRPr sz="2320"/>
            </a:lvl5pPr>
            <a:lvl6pPr>
              <a:defRPr sz="2320"/>
            </a:lvl6pPr>
            <a:lvl7pPr>
              <a:defRPr sz="2320"/>
            </a:lvl7pPr>
            <a:lvl8pPr>
              <a:defRPr sz="2320"/>
            </a:lvl8pPr>
            <a:lvl9pPr>
              <a:defRPr sz="23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2170" y="2386489"/>
            <a:ext cx="6144120" cy="4421266"/>
          </a:xfrm>
        </p:spPr>
        <p:txBody>
          <a:bodyPr/>
          <a:lstStyle>
            <a:lvl1pPr marL="0" indent="0">
              <a:buNone/>
              <a:defRPr sz="1856"/>
            </a:lvl1pPr>
            <a:lvl2pPr marL="530352" indent="0">
              <a:buNone/>
              <a:defRPr sz="1624"/>
            </a:lvl2pPr>
            <a:lvl3pPr marL="1060704" indent="0">
              <a:buNone/>
              <a:defRPr sz="1392"/>
            </a:lvl3pPr>
            <a:lvl4pPr marL="1591056" indent="0">
              <a:buNone/>
              <a:defRPr sz="1160"/>
            </a:lvl4pPr>
            <a:lvl5pPr marL="2121408" indent="0">
              <a:buNone/>
              <a:defRPr sz="1160"/>
            </a:lvl5pPr>
            <a:lvl6pPr marL="2651760" indent="0">
              <a:buNone/>
              <a:defRPr sz="1160"/>
            </a:lvl6pPr>
            <a:lvl7pPr marL="3182112" indent="0">
              <a:buNone/>
              <a:defRPr sz="1160"/>
            </a:lvl7pPr>
            <a:lvl8pPr marL="3712464" indent="0">
              <a:buNone/>
              <a:defRPr sz="1160"/>
            </a:lvl8pPr>
            <a:lvl9pPr marL="4242816" indent="0">
              <a:buNone/>
              <a:defRPr sz="11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438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2170" y="530331"/>
            <a:ext cx="6144120" cy="1856158"/>
          </a:xfrm>
        </p:spPr>
        <p:txBody>
          <a:bodyPr anchor="b"/>
          <a:lstStyle>
            <a:lvl1pPr>
              <a:defRPr sz="37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8731" y="1145368"/>
            <a:ext cx="9644063" cy="5653180"/>
          </a:xfrm>
        </p:spPr>
        <p:txBody>
          <a:bodyPr anchor="t"/>
          <a:lstStyle>
            <a:lvl1pPr marL="0" indent="0">
              <a:buNone/>
              <a:defRPr sz="3712"/>
            </a:lvl1pPr>
            <a:lvl2pPr marL="530352" indent="0">
              <a:buNone/>
              <a:defRPr sz="3248"/>
            </a:lvl2pPr>
            <a:lvl3pPr marL="1060704" indent="0">
              <a:buNone/>
              <a:defRPr sz="2784"/>
            </a:lvl3pPr>
            <a:lvl4pPr marL="1591056" indent="0">
              <a:buNone/>
              <a:defRPr sz="2320"/>
            </a:lvl4pPr>
            <a:lvl5pPr marL="2121408" indent="0">
              <a:buNone/>
              <a:defRPr sz="2320"/>
            </a:lvl5pPr>
            <a:lvl6pPr marL="2651760" indent="0">
              <a:buNone/>
              <a:defRPr sz="2320"/>
            </a:lvl6pPr>
            <a:lvl7pPr marL="3182112" indent="0">
              <a:buNone/>
              <a:defRPr sz="2320"/>
            </a:lvl7pPr>
            <a:lvl8pPr marL="3712464" indent="0">
              <a:buNone/>
              <a:defRPr sz="2320"/>
            </a:lvl8pPr>
            <a:lvl9pPr marL="4242816" indent="0">
              <a:buNone/>
              <a:defRPr sz="23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2170" y="2386489"/>
            <a:ext cx="6144120" cy="4421266"/>
          </a:xfrm>
        </p:spPr>
        <p:txBody>
          <a:bodyPr/>
          <a:lstStyle>
            <a:lvl1pPr marL="0" indent="0">
              <a:buNone/>
              <a:defRPr sz="1856"/>
            </a:lvl1pPr>
            <a:lvl2pPr marL="530352" indent="0">
              <a:buNone/>
              <a:defRPr sz="1624"/>
            </a:lvl2pPr>
            <a:lvl3pPr marL="1060704" indent="0">
              <a:buNone/>
              <a:defRPr sz="1392"/>
            </a:lvl3pPr>
            <a:lvl4pPr marL="1591056" indent="0">
              <a:buNone/>
              <a:defRPr sz="1160"/>
            </a:lvl4pPr>
            <a:lvl5pPr marL="2121408" indent="0">
              <a:buNone/>
              <a:defRPr sz="1160"/>
            </a:lvl5pPr>
            <a:lvl6pPr marL="2651760" indent="0">
              <a:buNone/>
              <a:defRPr sz="1160"/>
            </a:lvl6pPr>
            <a:lvl7pPr marL="3182112" indent="0">
              <a:buNone/>
              <a:defRPr sz="1160"/>
            </a:lvl7pPr>
            <a:lvl8pPr marL="3712464" indent="0">
              <a:buNone/>
              <a:defRPr sz="1160"/>
            </a:lvl8pPr>
            <a:lvl9pPr marL="4242816" indent="0">
              <a:buNone/>
              <a:defRPr sz="116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513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255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632656" y="423528"/>
            <a:ext cx="4107656" cy="674146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09687" y="423528"/>
            <a:ext cx="12084844" cy="674146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224CF-73BE-D84C-91AC-8A223FA3AEB9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419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09688" y="423529"/>
            <a:ext cx="16430625" cy="1537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9688" y="2117641"/>
            <a:ext cx="16430625" cy="50473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09688" y="7373073"/>
            <a:ext cx="4286250" cy="4235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B224CF-73BE-D84C-91AC-8A223FA3AEB9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10313" y="7373073"/>
            <a:ext cx="6429375" cy="4235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454063" y="7373073"/>
            <a:ext cx="4286250" cy="4235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9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53AAA9-DF29-0A4E-9724-8881E4C11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799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060704" rtl="0" eaLnBrk="1" latinLnBrk="0" hangingPunct="1">
        <a:lnSpc>
          <a:spcPct val="90000"/>
        </a:lnSpc>
        <a:spcBef>
          <a:spcPct val="0"/>
        </a:spcBef>
        <a:buNone/>
        <a:defRPr sz="510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5176" indent="-265176" algn="l" defTabSz="1060704" rtl="0" eaLnBrk="1" latinLnBrk="0" hangingPunct="1">
        <a:lnSpc>
          <a:spcPct val="90000"/>
        </a:lnSpc>
        <a:spcBef>
          <a:spcPts val="1160"/>
        </a:spcBef>
        <a:buFont typeface="Arial" panose="020B0604020202020204" pitchFamily="34" charset="0"/>
        <a:buChar char="•"/>
        <a:defRPr sz="3248" kern="1200">
          <a:solidFill>
            <a:schemeClr val="tx1"/>
          </a:solidFill>
          <a:latin typeface="+mn-lt"/>
          <a:ea typeface="+mn-ea"/>
          <a:cs typeface="+mn-cs"/>
        </a:defRPr>
      </a:lvl1pPr>
      <a:lvl2pPr marL="795528" indent="-265176" algn="l" defTabSz="1060704" rtl="0" eaLnBrk="1" latinLnBrk="0" hangingPunct="1">
        <a:lnSpc>
          <a:spcPct val="90000"/>
        </a:lnSpc>
        <a:spcBef>
          <a:spcPts val="580"/>
        </a:spcBef>
        <a:buFont typeface="Arial" panose="020B0604020202020204" pitchFamily="34" charset="0"/>
        <a:buChar char="•"/>
        <a:defRPr sz="2784" kern="1200">
          <a:solidFill>
            <a:schemeClr val="tx1"/>
          </a:solidFill>
          <a:latin typeface="+mn-lt"/>
          <a:ea typeface="+mn-ea"/>
          <a:cs typeface="+mn-cs"/>
        </a:defRPr>
      </a:lvl2pPr>
      <a:lvl3pPr marL="1325880" indent="-265176" algn="l" defTabSz="1060704" rtl="0" eaLnBrk="1" latinLnBrk="0" hangingPunct="1">
        <a:lnSpc>
          <a:spcPct val="90000"/>
        </a:lnSpc>
        <a:spcBef>
          <a:spcPts val="580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3pPr>
      <a:lvl4pPr marL="1856232" indent="-265176" algn="l" defTabSz="1060704" rtl="0" eaLnBrk="1" latinLnBrk="0" hangingPunct="1">
        <a:lnSpc>
          <a:spcPct val="90000"/>
        </a:lnSpc>
        <a:spcBef>
          <a:spcPts val="580"/>
        </a:spcBef>
        <a:buFont typeface="Arial" panose="020B0604020202020204" pitchFamily="34" charset="0"/>
        <a:buChar char="•"/>
        <a:defRPr sz="2088" kern="1200">
          <a:solidFill>
            <a:schemeClr val="tx1"/>
          </a:solidFill>
          <a:latin typeface="+mn-lt"/>
          <a:ea typeface="+mn-ea"/>
          <a:cs typeface="+mn-cs"/>
        </a:defRPr>
      </a:lvl4pPr>
      <a:lvl5pPr marL="2386584" indent="-265176" algn="l" defTabSz="1060704" rtl="0" eaLnBrk="1" latinLnBrk="0" hangingPunct="1">
        <a:lnSpc>
          <a:spcPct val="90000"/>
        </a:lnSpc>
        <a:spcBef>
          <a:spcPts val="580"/>
        </a:spcBef>
        <a:buFont typeface="Arial" panose="020B0604020202020204" pitchFamily="34" charset="0"/>
        <a:buChar char="•"/>
        <a:defRPr sz="2088" kern="1200">
          <a:solidFill>
            <a:schemeClr val="tx1"/>
          </a:solidFill>
          <a:latin typeface="+mn-lt"/>
          <a:ea typeface="+mn-ea"/>
          <a:cs typeface="+mn-cs"/>
        </a:defRPr>
      </a:lvl5pPr>
      <a:lvl6pPr marL="2916936" indent="-265176" algn="l" defTabSz="1060704" rtl="0" eaLnBrk="1" latinLnBrk="0" hangingPunct="1">
        <a:lnSpc>
          <a:spcPct val="90000"/>
        </a:lnSpc>
        <a:spcBef>
          <a:spcPts val="580"/>
        </a:spcBef>
        <a:buFont typeface="Arial" panose="020B0604020202020204" pitchFamily="34" charset="0"/>
        <a:buChar char="•"/>
        <a:defRPr sz="2088" kern="1200">
          <a:solidFill>
            <a:schemeClr val="tx1"/>
          </a:solidFill>
          <a:latin typeface="+mn-lt"/>
          <a:ea typeface="+mn-ea"/>
          <a:cs typeface="+mn-cs"/>
        </a:defRPr>
      </a:lvl6pPr>
      <a:lvl7pPr marL="3447288" indent="-265176" algn="l" defTabSz="1060704" rtl="0" eaLnBrk="1" latinLnBrk="0" hangingPunct="1">
        <a:lnSpc>
          <a:spcPct val="90000"/>
        </a:lnSpc>
        <a:spcBef>
          <a:spcPts val="580"/>
        </a:spcBef>
        <a:buFont typeface="Arial" panose="020B0604020202020204" pitchFamily="34" charset="0"/>
        <a:buChar char="•"/>
        <a:defRPr sz="2088" kern="1200">
          <a:solidFill>
            <a:schemeClr val="tx1"/>
          </a:solidFill>
          <a:latin typeface="+mn-lt"/>
          <a:ea typeface="+mn-ea"/>
          <a:cs typeface="+mn-cs"/>
        </a:defRPr>
      </a:lvl7pPr>
      <a:lvl8pPr marL="3977640" indent="-265176" algn="l" defTabSz="1060704" rtl="0" eaLnBrk="1" latinLnBrk="0" hangingPunct="1">
        <a:lnSpc>
          <a:spcPct val="90000"/>
        </a:lnSpc>
        <a:spcBef>
          <a:spcPts val="580"/>
        </a:spcBef>
        <a:buFont typeface="Arial" panose="020B0604020202020204" pitchFamily="34" charset="0"/>
        <a:buChar char="•"/>
        <a:defRPr sz="2088" kern="1200">
          <a:solidFill>
            <a:schemeClr val="tx1"/>
          </a:solidFill>
          <a:latin typeface="+mn-lt"/>
          <a:ea typeface="+mn-ea"/>
          <a:cs typeface="+mn-cs"/>
        </a:defRPr>
      </a:lvl8pPr>
      <a:lvl9pPr marL="4507992" indent="-265176" algn="l" defTabSz="1060704" rtl="0" eaLnBrk="1" latinLnBrk="0" hangingPunct="1">
        <a:lnSpc>
          <a:spcPct val="90000"/>
        </a:lnSpc>
        <a:spcBef>
          <a:spcPts val="580"/>
        </a:spcBef>
        <a:buFont typeface="Arial" panose="020B0604020202020204" pitchFamily="34" charset="0"/>
        <a:buChar char="•"/>
        <a:defRPr sz="20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0704" rtl="0" eaLnBrk="1" latinLnBrk="0" hangingPunct="1">
        <a:defRPr sz="2088" kern="1200">
          <a:solidFill>
            <a:schemeClr val="tx1"/>
          </a:solidFill>
          <a:latin typeface="+mn-lt"/>
          <a:ea typeface="+mn-ea"/>
          <a:cs typeface="+mn-cs"/>
        </a:defRPr>
      </a:lvl1pPr>
      <a:lvl2pPr marL="530352" algn="l" defTabSz="1060704" rtl="0" eaLnBrk="1" latinLnBrk="0" hangingPunct="1">
        <a:defRPr sz="2088" kern="1200">
          <a:solidFill>
            <a:schemeClr val="tx1"/>
          </a:solidFill>
          <a:latin typeface="+mn-lt"/>
          <a:ea typeface="+mn-ea"/>
          <a:cs typeface="+mn-cs"/>
        </a:defRPr>
      </a:lvl2pPr>
      <a:lvl3pPr marL="1060704" algn="l" defTabSz="1060704" rtl="0" eaLnBrk="1" latinLnBrk="0" hangingPunct="1">
        <a:defRPr sz="2088" kern="1200">
          <a:solidFill>
            <a:schemeClr val="tx1"/>
          </a:solidFill>
          <a:latin typeface="+mn-lt"/>
          <a:ea typeface="+mn-ea"/>
          <a:cs typeface="+mn-cs"/>
        </a:defRPr>
      </a:lvl3pPr>
      <a:lvl4pPr marL="1591056" algn="l" defTabSz="1060704" rtl="0" eaLnBrk="1" latinLnBrk="0" hangingPunct="1">
        <a:defRPr sz="2088" kern="1200">
          <a:solidFill>
            <a:schemeClr val="tx1"/>
          </a:solidFill>
          <a:latin typeface="+mn-lt"/>
          <a:ea typeface="+mn-ea"/>
          <a:cs typeface="+mn-cs"/>
        </a:defRPr>
      </a:lvl4pPr>
      <a:lvl5pPr marL="2121408" algn="l" defTabSz="1060704" rtl="0" eaLnBrk="1" latinLnBrk="0" hangingPunct="1">
        <a:defRPr sz="2088" kern="1200">
          <a:solidFill>
            <a:schemeClr val="tx1"/>
          </a:solidFill>
          <a:latin typeface="+mn-lt"/>
          <a:ea typeface="+mn-ea"/>
          <a:cs typeface="+mn-cs"/>
        </a:defRPr>
      </a:lvl5pPr>
      <a:lvl6pPr marL="2651760" algn="l" defTabSz="1060704" rtl="0" eaLnBrk="1" latinLnBrk="0" hangingPunct="1">
        <a:defRPr sz="2088" kern="1200">
          <a:solidFill>
            <a:schemeClr val="tx1"/>
          </a:solidFill>
          <a:latin typeface="+mn-lt"/>
          <a:ea typeface="+mn-ea"/>
          <a:cs typeface="+mn-cs"/>
        </a:defRPr>
      </a:lvl6pPr>
      <a:lvl7pPr marL="3182112" algn="l" defTabSz="1060704" rtl="0" eaLnBrk="1" latinLnBrk="0" hangingPunct="1">
        <a:defRPr sz="2088" kern="1200">
          <a:solidFill>
            <a:schemeClr val="tx1"/>
          </a:solidFill>
          <a:latin typeface="+mn-lt"/>
          <a:ea typeface="+mn-ea"/>
          <a:cs typeface="+mn-cs"/>
        </a:defRPr>
      </a:lvl7pPr>
      <a:lvl8pPr marL="3712464" algn="l" defTabSz="1060704" rtl="0" eaLnBrk="1" latinLnBrk="0" hangingPunct="1">
        <a:defRPr sz="2088" kern="1200">
          <a:solidFill>
            <a:schemeClr val="tx1"/>
          </a:solidFill>
          <a:latin typeface="+mn-lt"/>
          <a:ea typeface="+mn-ea"/>
          <a:cs typeface="+mn-cs"/>
        </a:defRPr>
      </a:lvl8pPr>
      <a:lvl9pPr marL="4242816" algn="l" defTabSz="1060704" rtl="0" eaLnBrk="1" latinLnBrk="0" hangingPunct="1">
        <a:defRPr sz="20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9AD5AAE9-A373-3960-8EAB-9D2CBE5612CE}"/>
              </a:ext>
            </a:extLst>
          </p:cNvPr>
          <p:cNvGrpSpPr/>
          <p:nvPr/>
        </p:nvGrpSpPr>
        <p:grpSpPr>
          <a:xfrm>
            <a:off x="-1592728" y="-19239"/>
            <a:ext cx="11155167" cy="6434266"/>
            <a:chOff x="-893943" y="-104420"/>
            <a:chExt cx="11155167" cy="6434266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6AD7EB78-6353-C5D2-8564-D401BF512523}"/>
                </a:ext>
              </a:extLst>
            </p:cNvPr>
            <p:cNvGrpSpPr/>
            <p:nvPr/>
          </p:nvGrpSpPr>
          <p:grpSpPr>
            <a:xfrm>
              <a:off x="1230089" y="745794"/>
              <a:ext cx="6223563" cy="451499"/>
              <a:chOff x="690731" y="473738"/>
              <a:chExt cx="3933620" cy="285371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FA149D-EEB9-EED0-AD76-720DDE5A2734}"/>
                  </a:ext>
                </a:extLst>
              </p:cNvPr>
              <p:cNvSpPr/>
              <p:nvPr/>
            </p:nvSpPr>
            <p:spPr>
              <a:xfrm>
                <a:off x="690731" y="480378"/>
                <a:ext cx="3931920" cy="27058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825F9559-50C0-70AF-F1EE-B61769A36C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6360" y="480378"/>
                <a:ext cx="0" cy="27058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3125EA93-487D-A1BA-F6FB-1A56885BAC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1154" y="488529"/>
                <a:ext cx="0" cy="27058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EE5D4B39-9900-9CBE-3EC5-B8C90C73A4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55948" y="478669"/>
                <a:ext cx="0" cy="27058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FB4925BA-EE5E-420C-C864-00888808BD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0742" y="486820"/>
                <a:ext cx="0" cy="27058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4A82DF99-0BEB-C4CB-04B0-C39035EDA9CD}"/>
                  </a:ext>
                </a:extLst>
              </p:cNvPr>
              <p:cNvGrpSpPr/>
              <p:nvPr/>
            </p:nvGrpSpPr>
            <p:grpSpPr>
              <a:xfrm>
                <a:off x="1985536" y="475448"/>
                <a:ext cx="252573" cy="278731"/>
                <a:chOff x="825191" y="1029630"/>
                <a:chExt cx="230457" cy="254325"/>
              </a:xfrm>
            </p:grpSpPr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67254AB-1B8D-377D-3BAC-2A28867B8A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5191" y="1029630"/>
                  <a:ext cx="0" cy="24688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8A05CB3A-0B3F-18B4-8E91-31BD35008B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5648" y="1037067"/>
                  <a:ext cx="0" cy="24688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29D65A34-4E50-FBC2-D308-35FCF65EB889}"/>
                  </a:ext>
                </a:extLst>
              </p:cNvPr>
              <p:cNvGrpSpPr/>
              <p:nvPr/>
            </p:nvGrpSpPr>
            <p:grpSpPr>
              <a:xfrm>
                <a:off x="2502903" y="473738"/>
                <a:ext cx="264794" cy="278731"/>
                <a:chOff x="814040" y="1029630"/>
                <a:chExt cx="241608" cy="254325"/>
              </a:xfrm>
            </p:grpSpPr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7004B2F4-8286-DEF5-3AE6-FB18475A30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14040" y="1029630"/>
                  <a:ext cx="0" cy="24688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9A5087C4-45BC-72D8-06E5-3417FECE93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5648" y="1037067"/>
                  <a:ext cx="0" cy="24688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480AD0CF-D86A-A73F-F661-2B9A30D13286}"/>
                  </a:ext>
                </a:extLst>
              </p:cNvPr>
              <p:cNvGrpSpPr/>
              <p:nvPr/>
            </p:nvGrpSpPr>
            <p:grpSpPr>
              <a:xfrm>
                <a:off x="3044711" y="481681"/>
                <a:ext cx="794382" cy="277425"/>
                <a:chOff x="825191" y="1023385"/>
                <a:chExt cx="724824" cy="253133"/>
              </a:xfrm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4AE42E61-325A-9EB7-72E9-35B94C38AA9F}"/>
                    </a:ext>
                  </a:extLst>
                </p:cNvPr>
                <p:cNvGrpSpPr/>
                <p:nvPr/>
              </p:nvGrpSpPr>
              <p:grpSpPr>
                <a:xfrm>
                  <a:off x="825191" y="1027478"/>
                  <a:ext cx="241608" cy="249040"/>
                  <a:chOff x="825191" y="1027478"/>
                  <a:chExt cx="241608" cy="249040"/>
                </a:xfrm>
              </p:grpSpPr>
              <p:cxnSp>
                <p:nvCxnSpPr>
                  <p:cNvPr id="78" name="Straight Connector 77">
                    <a:extLst>
                      <a:ext uri="{FF2B5EF4-FFF2-40B4-BE49-F238E27FC236}">
                        <a16:creationId xmlns:a16="http://schemas.microsoft.com/office/drawing/2014/main" id="{858F414B-5E9A-F079-80F5-00B4448383A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" name="Straight Connector 78">
                    <a:extLst>
                      <a:ext uri="{FF2B5EF4-FFF2-40B4-BE49-F238E27FC236}">
                        <a16:creationId xmlns:a16="http://schemas.microsoft.com/office/drawing/2014/main" id="{BF66B503-BE58-03C5-E644-0818F321A2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66799" y="1027478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85EA315A-E302-88C9-27E4-8B820FE72B5F}"/>
                    </a:ext>
                  </a:extLst>
                </p:cNvPr>
                <p:cNvGrpSpPr/>
                <p:nvPr/>
              </p:nvGrpSpPr>
              <p:grpSpPr>
                <a:xfrm>
                  <a:off x="1308407" y="1023385"/>
                  <a:ext cx="241608" cy="251573"/>
                  <a:chOff x="825191" y="1024945"/>
                  <a:chExt cx="241608" cy="251573"/>
                </a:xfrm>
              </p:grpSpPr>
              <p:cxnSp>
                <p:nvCxnSpPr>
                  <p:cNvPr id="76" name="Straight Connector 75">
                    <a:extLst>
                      <a:ext uri="{FF2B5EF4-FFF2-40B4-BE49-F238E27FC236}">
                        <a16:creationId xmlns:a16="http://schemas.microsoft.com/office/drawing/2014/main" id="{6CB97613-4280-E639-20F9-EF31533370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7" name="Straight Connector 76">
                    <a:extLst>
                      <a:ext uri="{FF2B5EF4-FFF2-40B4-BE49-F238E27FC236}">
                        <a16:creationId xmlns:a16="http://schemas.microsoft.com/office/drawing/2014/main" id="{B0FBC7A1-39B3-E947-8DEE-CCBCF1C92F1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66799" y="1024945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BA70B6D8-B6F5-AE74-50B1-331C6E90DBF8}"/>
                  </a:ext>
                </a:extLst>
              </p:cNvPr>
              <p:cNvGrpSpPr/>
              <p:nvPr/>
            </p:nvGrpSpPr>
            <p:grpSpPr>
              <a:xfrm>
                <a:off x="4103886" y="481235"/>
                <a:ext cx="520465" cy="272939"/>
                <a:chOff x="825191" y="1027478"/>
                <a:chExt cx="474892" cy="249040"/>
              </a:xfrm>
            </p:grpSpPr>
            <p:grpSp>
              <p:nvGrpSpPr>
                <p:cNvPr id="68" name="Group 67">
                  <a:extLst>
                    <a:ext uri="{FF2B5EF4-FFF2-40B4-BE49-F238E27FC236}">
                      <a16:creationId xmlns:a16="http://schemas.microsoft.com/office/drawing/2014/main" id="{3D45CEBC-60DE-F8A3-F949-1DBB0C994752}"/>
                    </a:ext>
                  </a:extLst>
                </p:cNvPr>
                <p:cNvGrpSpPr/>
                <p:nvPr/>
              </p:nvGrpSpPr>
              <p:grpSpPr>
                <a:xfrm>
                  <a:off x="825191" y="1027478"/>
                  <a:ext cx="241608" cy="249040"/>
                  <a:chOff x="825191" y="1027478"/>
                  <a:chExt cx="241608" cy="249040"/>
                </a:xfrm>
              </p:grpSpPr>
              <p:cxnSp>
                <p:nvCxnSpPr>
                  <p:cNvPr id="72" name="Straight Connector 71">
                    <a:extLst>
                      <a:ext uri="{FF2B5EF4-FFF2-40B4-BE49-F238E27FC236}">
                        <a16:creationId xmlns:a16="http://schemas.microsoft.com/office/drawing/2014/main" id="{F17B2C14-7DB9-7DD6-08AE-95B8AFE867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Straight Connector 72">
                    <a:extLst>
                      <a:ext uri="{FF2B5EF4-FFF2-40B4-BE49-F238E27FC236}">
                        <a16:creationId xmlns:a16="http://schemas.microsoft.com/office/drawing/2014/main" id="{6178D56A-D8EC-EFEB-C9FE-D7948F13FF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66799" y="1027478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C0D17B98-4481-889E-A50B-B5FF368566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00083" y="1028070"/>
                  <a:ext cx="0" cy="24688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D2C38325-330A-A11C-D96D-CC1B689EF93B}"/>
                </a:ext>
              </a:extLst>
            </p:cNvPr>
            <p:cNvGrpSpPr/>
            <p:nvPr/>
          </p:nvGrpSpPr>
          <p:grpSpPr>
            <a:xfrm>
              <a:off x="1230089" y="2590235"/>
              <a:ext cx="6232987" cy="446090"/>
              <a:chOff x="2982256" y="1059767"/>
              <a:chExt cx="6232987" cy="446090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A4E7A8F6-8A8C-DA52-D883-2B745F599E56}"/>
                  </a:ext>
                </a:extLst>
              </p:cNvPr>
              <p:cNvSpPr/>
              <p:nvPr/>
            </p:nvSpPr>
            <p:spPr>
              <a:xfrm>
                <a:off x="6710575" y="1066734"/>
                <a:ext cx="416658" cy="43335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B02ED1BD-CE34-0036-E03D-D7E148444B37}"/>
                  </a:ext>
                </a:extLst>
              </p:cNvPr>
              <p:cNvSpPr/>
              <p:nvPr/>
            </p:nvSpPr>
            <p:spPr>
              <a:xfrm>
                <a:off x="7122832" y="1074365"/>
                <a:ext cx="425575" cy="41623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5E6E332E-92D6-B68E-3CC8-68047E17B008}"/>
                  </a:ext>
                </a:extLst>
              </p:cNvPr>
              <p:cNvSpPr/>
              <p:nvPr/>
            </p:nvSpPr>
            <p:spPr>
              <a:xfrm>
                <a:off x="7548606" y="1076939"/>
                <a:ext cx="409811" cy="416238"/>
              </a:xfrm>
              <a:prstGeom prst="rect">
                <a:avLst/>
              </a:prstGeom>
              <a:solidFill>
                <a:srgbClr val="7FBC4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299FE7BB-91EB-806E-58EC-3C9AA70350DD}"/>
                  </a:ext>
                </a:extLst>
              </p:cNvPr>
              <p:cNvSpPr/>
              <p:nvPr/>
            </p:nvSpPr>
            <p:spPr>
              <a:xfrm>
                <a:off x="7963137" y="1077589"/>
                <a:ext cx="419225" cy="416238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3F8506B2-157C-597B-22F5-36D596438DA5}"/>
                  </a:ext>
                </a:extLst>
              </p:cNvPr>
              <p:cNvSpPr/>
              <p:nvPr/>
            </p:nvSpPr>
            <p:spPr>
              <a:xfrm>
                <a:off x="8382362" y="1077589"/>
                <a:ext cx="415017" cy="416238"/>
              </a:xfrm>
              <a:prstGeom prst="rect">
                <a:avLst/>
              </a:prstGeom>
              <a:solidFill>
                <a:srgbClr val="7FBC4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5B8A0B99-3A8A-3E22-A3A7-8A57A4057109}"/>
                  </a:ext>
                </a:extLst>
              </p:cNvPr>
              <p:cNvSpPr/>
              <p:nvPr/>
            </p:nvSpPr>
            <p:spPr>
              <a:xfrm>
                <a:off x="8806313" y="1076883"/>
                <a:ext cx="408930" cy="41623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369B2B45-41FD-5395-5838-919E3B2A87B5}"/>
                  </a:ext>
                </a:extLst>
              </p:cNvPr>
              <p:cNvSpPr/>
              <p:nvPr/>
            </p:nvSpPr>
            <p:spPr>
              <a:xfrm>
                <a:off x="2988608" y="1065375"/>
                <a:ext cx="372795" cy="432485"/>
              </a:xfrm>
              <a:prstGeom prst="rect">
                <a:avLst/>
              </a:prstGeom>
              <a:solidFill>
                <a:srgbClr val="7FBC4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D93D92E-F5B8-F08E-59DD-F7B9F855F5FA}"/>
                  </a:ext>
                </a:extLst>
              </p:cNvPr>
              <p:cNvSpPr/>
              <p:nvPr/>
            </p:nvSpPr>
            <p:spPr>
              <a:xfrm>
                <a:off x="3361408" y="1067571"/>
                <a:ext cx="412304" cy="432159"/>
              </a:xfrm>
              <a:prstGeom prst="rect">
                <a:avLst/>
              </a:prstGeom>
              <a:solidFill>
                <a:srgbClr val="7FBC4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C36AD230-E0E6-5F7F-BBE5-0B6F372E3280}"/>
                  </a:ext>
                </a:extLst>
              </p:cNvPr>
              <p:cNvSpPr/>
              <p:nvPr/>
            </p:nvSpPr>
            <p:spPr>
              <a:xfrm>
                <a:off x="3780349" y="1075366"/>
                <a:ext cx="412354" cy="416238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152A52B6-967B-DFD0-B8A8-A38496BE5E5C}"/>
                  </a:ext>
                </a:extLst>
              </p:cNvPr>
              <p:cNvSpPr/>
              <p:nvPr/>
            </p:nvSpPr>
            <p:spPr>
              <a:xfrm>
                <a:off x="4199340" y="1068860"/>
                <a:ext cx="405907" cy="431519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157A6E95-A0F3-8288-FC04-FF91DCC83160}"/>
                  </a:ext>
                </a:extLst>
              </p:cNvPr>
              <p:cNvSpPr/>
              <p:nvPr/>
            </p:nvSpPr>
            <p:spPr>
              <a:xfrm>
                <a:off x="4611597" y="1074660"/>
                <a:ext cx="425575" cy="416238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DEEB92A4-E816-3983-B3A8-7244CD9631E0}"/>
                  </a:ext>
                </a:extLst>
              </p:cNvPr>
              <p:cNvSpPr/>
              <p:nvPr/>
            </p:nvSpPr>
            <p:spPr>
              <a:xfrm>
                <a:off x="5037371" y="1077234"/>
                <a:ext cx="393349" cy="416238"/>
              </a:xfrm>
              <a:prstGeom prst="rect">
                <a:avLst/>
              </a:prstGeom>
              <a:solidFill>
                <a:srgbClr val="7FBC4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811591DD-1C4F-54CB-60AD-B46069A83268}"/>
                  </a:ext>
                </a:extLst>
              </p:cNvPr>
              <p:cNvSpPr/>
              <p:nvPr/>
            </p:nvSpPr>
            <p:spPr>
              <a:xfrm>
                <a:off x="5436692" y="1077884"/>
                <a:ext cx="412683" cy="41623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8994FD03-C8B9-96A1-62C5-32F9244A0B72}"/>
                  </a:ext>
                </a:extLst>
              </p:cNvPr>
              <p:cNvSpPr/>
              <p:nvPr/>
            </p:nvSpPr>
            <p:spPr>
              <a:xfrm>
                <a:off x="5849001" y="1077884"/>
                <a:ext cx="412683" cy="416238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DF80EF18-984C-7CAD-442E-879AF9F24432}"/>
                  </a:ext>
                </a:extLst>
              </p:cNvPr>
              <p:cNvSpPr/>
              <p:nvPr/>
            </p:nvSpPr>
            <p:spPr>
              <a:xfrm>
                <a:off x="6268033" y="1077178"/>
                <a:ext cx="436871" cy="416238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D3A748EE-3D34-450A-A3D4-66074FEE4E01}"/>
                  </a:ext>
                </a:extLst>
              </p:cNvPr>
              <p:cNvGrpSpPr/>
              <p:nvPr/>
            </p:nvGrpSpPr>
            <p:grpSpPr>
              <a:xfrm>
                <a:off x="2982256" y="1059767"/>
                <a:ext cx="6223563" cy="446090"/>
                <a:chOff x="690731" y="475448"/>
                <a:chExt cx="3933620" cy="281952"/>
              </a:xfrm>
            </p:grpSpPr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1C5EA62B-CCAC-46BE-5384-4901D94C6D58}"/>
                    </a:ext>
                  </a:extLst>
                </p:cNvPr>
                <p:cNvSpPr/>
                <p:nvPr/>
              </p:nvSpPr>
              <p:spPr>
                <a:xfrm>
                  <a:off x="690731" y="480378"/>
                  <a:ext cx="3931920" cy="27058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CBB0523-4649-E6F7-0FC7-B6E4B57906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6360" y="480378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19B92FFE-17F9-DB76-0FE0-0B91C84568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1154" y="486049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38EFB390-57A3-7478-5288-418D5ED4EE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55948" y="478669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BC9EB32-B859-0AC8-B382-7632D5B7F5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20742" y="486820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782DFC5E-BC31-F42F-B89A-9D48F4DF9ECB}"/>
                    </a:ext>
                  </a:extLst>
                </p:cNvPr>
                <p:cNvGrpSpPr/>
                <p:nvPr/>
              </p:nvGrpSpPr>
              <p:grpSpPr>
                <a:xfrm>
                  <a:off x="1985536" y="475448"/>
                  <a:ext cx="252573" cy="278731"/>
                  <a:chOff x="825191" y="1029630"/>
                  <a:chExt cx="230457" cy="254325"/>
                </a:xfrm>
              </p:grpSpPr>
              <p:cxnSp>
                <p:nvCxnSpPr>
                  <p:cNvPr id="116" name="Straight Connector 115">
                    <a:extLst>
                      <a:ext uri="{FF2B5EF4-FFF2-40B4-BE49-F238E27FC236}">
                        <a16:creationId xmlns:a16="http://schemas.microsoft.com/office/drawing/2014/main" id="{5C6A0B79-36E5-26E2-5E1D-8E1D6B256A5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Straight Connector 116">
                    <a:extLst>
                      <a:ext uri="{FF2B5EF4-FFF2-40B4-BE49-F238E27FC236}">
                        <a16:creationId xmlns:a16="http://schemas.microsoft.com/office/drawing/2014/main" id="{C7425E30-2E38-E7A0-0BEC-F105C79DA5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5648" y="103706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928449B0-9C2E-B5A4-7213-CAAEE49C9BAF}"/>
                    </a:ext>
                  </a:extLst>
                </p:cNvPr>
                <p:cNvGrpSpPr/>
                <p:nvPr/>
              </p:nvGrpSpPr>
              <p:grpSpPr>
                <a:xfrm>
                  <a:off x="2502903" y="481243"/>
                  <a:ext cx="264794" cy="271227"/>
                  <a:chOff x="814040" y="1036477"/>
                  <a:chExt cx="241608" cy="247478"/>
                </a:xfrm>
              </p:grpSpPr>
              <p:cxnSp>
                <p:nvCxnSpPr>
                  <p:cNvPr id="114" name="Straight Connector 113">
                    <a:extLst>
                      <a:ext uri="{FF2B5EF4-FFF2-40B4-BE49-F238E27FC236}">
                        <a16:creationId xmlns:a16="http://schemas.microsoft.com/office/drawing/2014/main" id="{88892845-6367-51C3-01BD-F8300F4B29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14040" y="103647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Straight Connector 114">
                    <a:extLst>
                      <a:ext uri="{FF2B5EF4-FFF2-40B4-BE49-F238E27FC236}">
                        <a16:creationId xmlns:a16="http://schemas.microsoft.com/office/drawing/2014/main" id="{74B3BBB6-5B16-E0C0-BFEA-742C1443D7F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5648" y="103706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0ADCB73E-3285-245F-C62E-D40569FD458E}"/>
                    </a:ext>
                  </a:extLst>
                </p:cNvPr>
                <p:cNvGrpSpPr/>
                <p:nvPr/>
              </p:nvGrpSpPr>
              <p:grpSpPr>
                <a:xfrm>
                  <a:off x="3044711" y="481196"/>
                  <a:ext cx="794382" cy="276201"/>
                  <a:chOff x="825191" y="1022942"/>
                  <a:chExt cx="724824" cy="252016"/>
                </a:xfrm>
              </p:grpSpPr>
              <p:grpSp>
                <p:nvGrpSpPr>
                  <p:cNvPr id="108" name="Group 107">
                    <a:extLst>
                      <a:ext uri="{FF2B5EF4-FFF2-40B4-BE49-F238E27FC236}">
                        <a16:creationId xmlns:a16="http://schemas.microsoft.com/office/drawing/2014/main" id="{0BA913C5-9AB2-851C-DB90-C3AB31671AB2}"/>
                      </a:ext>
                    </a:extLst>
                  </p:cNvPr>
                  <p:cNvGrpSpPr/>
                  <p:nvPr/>
                </p:nvGrpSpPr>
                <p:grpSpPr>
                  <a:xfrm>
                    <a:off x="825191" y="1022942"/>
                    <a:ext cx="241608" cy="249050"/>
                    <a:chOff x="825191" y="1022942"/>
                    <a:chExt cx="241608" cy="249050"/>
                  </a:xfrm>
                </p:grpSpPr>
                <p:cxnSp>
                  <p:nvCxnSpPr>
                    <p:cNvPr id="112" name="Straight Connector 111">
                      <a:extLst>
                        <a:ext uri="{FF2B5EF4-FFF2-40B4-BE49-F238E27FC236}">
                          <a16:creationId xmlns:a16="http://schemas.microsoft.com/office/drawing/2014/main" id="{E4FD0C5C-451A-523F-BE8E-75413343428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5104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3" name="Straight Connector 112">
                      <a:extLst>
                        <a:ext uri="{FF2B5EF4-FFF2-40B4-BE49-F238E27FC236}">
                          <a16:creationId xmlns:a16="http://schemas.microsoft.com/office/drawing/2014/main" id="{DF1046ED-591E-0B37-88E5-F1DFC1E20A6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2942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bg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09" name="Group 108">
                    <a:extLst>
                      <a:ext uri="{FF2B5EF4-FFF2-40B4-BE49-F238E27FC236}">
                        <a16:creationId xmlns:a16="http://schemas.microsoft.com/office/drawing/2014/main" id="{2B09C7EB-A1CE-B81F-89A2-1C2EA7B699D6}"/>
                      </a:ext>
                    </a:extLst>
                  </p:cNvPr>
                  <p:cNvGrpSpPr/>
                  <p:nvPr/>
                </p:nvGrpSpPr>
                <p:grpSpPr>
                  <a:xfrm>
                    <a:off x="1308407" y="1023385"/>
                    <a:ext cx="241608" cy="251573"/>
                    <a:chOff x="825191" y="1024945"/>
                    <a:chExt cx="241608" cy="251573"/>
                  </a:xfrm>
                </p:grpSpPr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B8FEDC4-5364-72A3-273B-86A7FBDCEC2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1" name="Straight Connector 110">
                      <a:extLst>
                        <a:ext uri="{FF2B5EF4-FFF2-40B4-BE49-F238E27FC236}">
                          <a16:creationId xmlns:a16="http://schemas.microsoft.com/office/drawing/2014/main" id="{60D3496F-A33F-D88F-4AAD-3F93B02E84B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4945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03" name="Group 102">
                  <a:extLst>
                    <a:ext uri="{FF2B5EF4-FFF2-40B4-BE49-F238E27FC236}">
                      <a16:creationId xmlns:a16="http://schemas.microsoft.com/office/drawing/2014/main" id="{718F00B5-61AC-8EAA-26B6-3AB3DF9BBB4F}"/>
                    </a:ext>
                  </a:extLst>
                </p:cNvPr>
                <p:cNvGrpSpPr/>
                <p:nvPr/>
              </p:nvGrpSpPr>
              <p:grpSpPr>
                <a:xfrm>
                  <a:off x="4103886" y="481235"/>
                  <a:ext cx="520465" cy="272939"/>
                  <a:chOff x="825191" y="1027478"/>
                  <a:chExt cx="474892" cy="249040"/>
                </a:xfrm>
              </p:grpSpPr>
              <p:grpSp>
                <p:nvGrpSpPr>
                  <p:cNvPr id="104" name="Group 103">
                    <a:extLst>
                      <a:ext uri="{FF2B5EF4-FFF2-40B4-BE49-F238E27FC236}">
                        <a16:creationId xmlns:a16="http://schemas.microsoft.com/office/drawing/2014/main" id="{228B0813-2CF7-4E1A-9F2F-443CC827FD04}"/>
                      </a:ext>
                    </a:extLst>
                  </p:cNvPr>
                  <p:cNvGrpSpPr/>
                  <p:nvPr/>
                </p:nvGrpSpPr>
                <p:grpSpPr>
                  <a:xfrm>
                    <a:off x="825191" y="1027478"/>
                    <a:ext cx="241608" cy="249040"/>
                    <a:chOff x="825191" y="1027478"/>
                    <a:chExt cx="241608" cy="249040"/>
                  </a:xfrm>
                </p:grpSpPr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8D65F304-EFF6-7B89-6EA0-0D667FC96BC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3C271D26-B6FC-91CC-B863-B4DD53829E4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7478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05" name="Straight Connector 104">
                    <a:extLst>
                      <a:ext uri="{FF2B5EF4-FFF2-40B4-BE49-F238E27FC236}">
                        <a16:creationId xmlns:a16="http://schemas.microsoft.com/office/drawing/2014/main" id="{A9F31ADD-31CA-DC52-8169-7B6FDEDDFC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00083" y="1028070"/>
                    <a:ext cx="0" cy="246887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272ADCC-7482-2E74-67D6-45850F871F9A}"/>
                </a:ext>
              </a:extLst>
            </p:cNvPr>
            <p:cNvSpPr/>
            <p:nvPr/>
          </p:nvSpPr>
          <p:spPr>
            <a:xfrm>
              <a:off x="3119482" y="2191004"/>
              <a:ext cx="331644" cy="331644"/>
            </a:xfrm>
            <a:prstGeom prst="rect">
              <a:avLst/>
            </a:prstGeom>
            <a:solidFill>
              <a:srgbClr val="DE77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1</a:t>
              </a:r>
            </a:p>
          </p:txBody>
        </p: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F5BEC547-0B9B-F3B7-872F-B3EAD0410605}"/>
                </a:ext>
              </a:extLst>
            </p:cNvPr>
            <p:cNvGrpSpPr/>
            <p:nvPr/>
          </p:nvGrpSpPr>
          <p:grpSpPr>
            <a:xfrm>
              <a:off x="1230089" y="3669533"/>
              <a:ext cx="6223563" cy="448795"/>
              <a:chOff x="2982256" y="1057061"/>
              <a:chExt cx="6223563" cy="448795"/>
            </a:xfrm>
          </p:grpSpPr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3131D5B4-AE55-7466-60AE-0DAE091BEE95}"/>
                  </a:ext>
                </a:extLst>
              </p:cNvPr>
              <p:cNvSpPr/>
              <p:nvPr/>
            </p:nvSpPr>
            <p:spPr>
              <a:xfrm>
                <a:off x="6710575" y="1083847"/>
                <a:ext cx="416658" cy="4162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49A2C274-EC08-2B41-C4E2-B08C67E16BCB}"/>
                  </a:ext>
                </a:extLst>
              </p:cNvPr>
              <p:cNvSpPr/>
              <p:nvPr/>
            </p:nvSpPr>
            <p:spPr>
              <a:xfrm>
                <a:off x="7122832" y="1074365"/>
                <a:ext cx="425575" cy="416238"/>
              </a:xfrm>
              <a:prstGeom prst="rect">
                <a:avLst/>
              </a:prstGeom>
              <a:solidFill>
                <a:srgbClr val="2166A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A85E20C6-72FC-47AA-98AF-1976C1CD3402}"/>
                  </a:ext>
                </a:extLst>
              </p:cNvPr>
              <p:cNvSpPr/>
              <p:nvPr/>
            </p:nvSpPr>
            <p:spPr>
              <a:xfrm>
                <a:off x="7548606" y="1076939"/>
                <a:ext cx="409811" cy="416238"/>
              </a:xfrm>
              <a:prstGeom prst="rect">
                <a:avLst/>
              </a:prstGeom>
              <a:solidFill>
                <a:srgbClr val="2166A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EB138A3-1EF5-9C79-F1CF-B03457BEB0CC}"/>
                  </a:ext>
                </a:extLst>
              </p:cNvPr>
              <p:cNvSpPr/>
              <p:nvPr/>
            </p:nvSpPr>
            <p:spPr>
              <a:xfrm>
                <a:off x="7963137" y="1077589"/>
                <a:ext cx="419225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34F9D575-B859-BD62-6ED9-7BC9353D5FCB}"/>
                  </a:ext>
                </a:extLst>
              </p:cNvPr>
              <p:cNvSpPr/>
              <p:nvPr/>
            </p:nvSpPr>
            <p:spPr>
              <a:xfrm>
                <a:off x="8382362" y="1077589"/>
                <a:ext cx="415017" cy="4162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F1F0FC2B-605D-3084-74F9-30055A749364}"/>
                  </a:ext>
                </a:extLst>
              </p:cNvPr>
              <p:cNvSpPr/>
              <p:nvPr/>
            </p:nvSpPr>
            <p:spPr>
              <a:xfrm>
                <a:off x="8806313" y="1076883"/>
                <a:ext cx="399506" cy="416238"/>
              </a:xfrm>
              <a:prstGeom prst="rect">
                <a:avLst/>
              </a:prstGeom>
              <a:solidFill>
                <a:srgbClr val="2166A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60C8A06B-3E50-4911-ABAA-258544FC4A9F}"/>
                  </a:ext>
                </a:extLst>
              </p:cNvPr>
              <p:cNvSpPr/>
              <p:nvPr/>
            </p:nvSpPr>
            <p:spPr>
              <a:xfrm>
                <a:off x="2988608" y="1065643"/>
                <a:ext cx="372795" cy="432217"/>
              </a:xfrm>
              <a:prstGeom prst="rect">
                <a:avLst/>
              </a:prstGeom>
              <a:solidFill>
                <a:srgbClr val="2166A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2537CCFF-94C4-A166-4DB5-E473B90BDE66}"/>
                  </a:ext>
                </a:extLst>
              </p:cNvPr>
              <p:cNvSpPr/>
              <p:nvPr/>
            </p:nvSpPr>
            <p:spPr>
              <a:xfrm>
                <a:off x="3361408" y="1065175"/>
                <a:ext cx="412304" cy="434555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634623BE-8D92-7D1E-4EB1-15FB7A17C46B}"/>
                  </a:ext>
                </a:extLst>
              </p:cNvPr>
              <p:cNvSpPr/>
              <p:nvPr/>
            </p:nvSpPr>
            <p:spPr>
              <a:xfrm>
                <a:off x="3780349" y="1075366"/>
                <a:ext cx="412354" cy="416238"/>
              </a:xfrm>
              <a:prstGeom prst="rect">
                <a:avLst/>
              </a:prstGeom>
              <a:solidFill>
                <a:srgbClr val="2166A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81A3BCC9-A757-F3DA-20C6-C23899A0D763}"/>
                  </a:ext>
                </a:extLst>
              </p:cNvPr>
              <p:cNvSpPr/>
              <p:nvPr/>
            </p:nvSpPr>
            <p:spPr>
              <a:xfrm>
                <a:off x="4199340" y="1084142"/>
                <a:ext cx="405907" cy="4162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74A6926C-6133-9294-601B-059D7D4A7131}"/>
                  </a:ext>
                </a:extLst>
              </p:cNvPr>
              <p:cNvSpPr/>
              <p:nvPr/>
            </p:nvSpPr>
            <p:spPr>
              <a:xfrm>
                <a:off x="4611597" y="1074660"/>
                <a:ext cx="425575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7376B275-0F6D-B1E8-1160-D41FEFAEB66A}"/>
                  </a:ext>
                </a:extLst>
              </p:cNvPr>
              <p:cNvSpPr/>
              <p:nvPr/>
            </p:nvSpPr>
            <p:spPr>
              <a:xfrm>
                <a:off x="5037371" y="1077234"/>
                <a:ext cx="393349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2E103280-274D-7724-E9F4-7C86D035B51C}"/>
                  </a:ext>
                </a:extLst>
              </p:cNvPr>
              <p:cNvSpPr/>
              <p:nvPr/>
            </p:nvSpPr>
            <p:spPr>
              <a:xfrm>
                <a:off x="5436692" y="1057373"/>
                <a:ext cx="412683" cy="436749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9EB03AB3-681C-A369-34BA-CC5C102B3324}"/>
                  </a:ext>
                </a:extLst>
              </p:cNvPr>
              <p:cNvSpPr/>
              <p:nvPr/>
            </p:nvSpPr>
            <p:spPr>
              <a:xfrm>
                <a:off x="5849001" y="1077884"/>
                <a:ext cx="412683" cy="4162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1EAEE897-1E0C-C8FD-D46B-CD2ED0D0D765}"/>
                  </a:ext>
                </a:extLst>
              </p:cNvPr>
              <p:cNvSpPr/>
              <p:nvPr/>
            </p:nvSpPr>
            <p:spPr>
              <a:xfrm>
                <a:off x="6268033" y="1077178"/>
                <a:ext cx="436871" cy="4162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5" name="Group 194">
                <a:extLst>
                  <a:ext uri="{FF2B5EF4-FFF2-40B4-BE49-F238E27FC236}">
                    <a16:creationId xmlns:a16="http://schemas.microsoft.com/office/drawing/2014/main" id="{686B96F1-5E55-088D-8F0A-D6C8C4F4664F}"/>
                  </a:ext>
                </a:extLst>
              </p:cNvPr>
              <p:cNvGrpSpPr/>
              <p:nvPr/>
            </p:nvGrpSpPr>
            <p:grpSpPr>
              <a:xfrm>
                <a:off x="2982256" y="1057061"/>
                <a:ext cx="6223563" cy="448795"/>
                <a:chOff x="690731" y="473738"/>
                <a:chExt cx="3933620" cy="283662"/>
              </a:xfrm>
            </p:grpSpPr>
            <p:sp>
              <p:nvSpPr>
                <p:cNvPr id="196" name="Rectangle 195">
                  <a:extLst>
                    <a:ext uri="{FF2B5EF4-FFF2-40B4-BE49-F238E27FC236}">
                      <a16:creationId xmlns:a16="http://schemas.microsoft.com/office/drawing/2014/main" id="{D51D88DB-9DD0-419E-F3E5-8DBCCD49C385}"/>
                    </a:ext>
                  </a:extLst>
                </p:cNvPr>
                <p:cNvSpPr/>
                <p:nvPr/>
              </p:nvSpPr>
              <p:spPr>
                <a:xfrm>
                  <a:off x="690731" y="480378"/>
                  <a:ext cx="3931920" cy="27058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97" name="Straight Connector 196">
                  <a:extLst>
                    <a:ext uri="{FF2B5EF4-FFF2-40B4-BE49-F238E27FC236}">
                      <a16:creationId xmlns:a16="http://schemas.microsoft.com/office/drawing/2014/main" id="{F0FB1B04-20E8-5BEC-5938-E07CDE3CCA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6360" y="480378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53598032-ADAD-56A0-03D7-887F886C1B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1154" y="486049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Straight Connector 198">
                  <a:extLst>
                    <a:ext uri="{FF2B5EF4-FFF2-40B4-BE49-F238E27FC236}">
                      <a16:creationId xmlns:a16="http://schemas.microsoft.com/office/drawing/2014/main" id="{05C02E06-CD90-A78E-C5B8-336FB1CF9C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55948" y="478669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DF1FCF79-F2FF-DD0A-9F73-770E55436D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20742" y="486820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32CCBD91-D6B4-0110-D6B9-CD9E67773F04}"/>
                    </a:ext>
                  </a:extLst>
                </p:cNvPr>
                <p:cNvGrpSpPr/>
                <p:nvPr/>
              </p:nvGrpSpPr>
              <p:grpSpPr>
                <a:xfrm>
                  <a:off x="1985536" y="475448"/>
                  <a:ext cx="252573" cy="278731"/>
                  <a:chOff x="825191" y="1029630"/>
                  <a:chExt cx="230457" cy="254325"/>
                </a:xfrm>
              </p:grpSpPr>
              <p:cxnSp>
                <p:nvCxnSpPr>
                  <p:cNvPr id="217" name="Straight Connector 216">
                    <a:extLst>
                      <a:ext uri="{FF2B5EF4-FFF2-40B4-BE49-F238E27FC236}">
                        <a16:creationId xmlns:a16="http://schemas.microsoft.com/office/drawing/2014/main" id="{E4E8B00B-54E3-0D3D-9FEF-B784472A8A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8" name="Straight Connector 217">
                    <a:extLst>
                      <a:ext uri="{FF2B5EF4-FFF2-40B4-BE49-F238E27FC236}">
                        <a16:creationId xmlns:a16="http://schemas.microsoft.com/office/drawing/2014/main" id="{B13D44AA-6CE6-8A60-A2C0-24FB4574BA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5648" y="103706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2788BA31-52BA-385C-623E-19215C11FD73}"/>
                    </a:ext>
                  </a:extLst>
                </p:cNvPr>
                <p:cNvGrpSpPr/>
                <p:nvPr/>
              </p:nvGrpSpPr>
              <p:grpSpPr>
                <a:xfrm>
                  <a:off x="2502903" y="473738"/>
                  <a:ext cx="264794" cy="278731"/>
                  <a:chOff x="814040" y="1029630"/>
                  <a:chExt cx="241608" cy="254325"/>
                </a:xfrm>
              </p:grpSpPr>
              <p:cxnSp>
                <p:nvCxnSpPr>
                  <p:cNvPr id="215" name="Straight Connector 214">
                    <a:extLst>
                      <a:ext uri="{FF2B5EF4-FFF2-40B4-BE49-F238E27FC236}">
                        <a16:creationId xmlns:a16="http://schemas.microsoft.com/office/drawing/2014/main" id="{2F64A284-ED5C-DB35-9B05-9441158396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14040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6" name="Straight Connector 215">
                    <a:extLst>
                      <a:ext uri="{FF2B5EF4-FFF2-40B4-BE49-F238E27FC236}">
                        <a16:creationId xmlns:a16="http://schemas.microsoft.com/office/drawing/2014/main" id="{C4E389F1-A061-758F-1821-5777986A1FF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5648" y="103706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8FC02777-051F-BF36-8FC8-C49E5987B1DE}"/>
                    </a:ext>
                  </a:extLst>
                </p:cNvPr>
                <p:cNvGrpSpPr/>
                <p:nvPr/>
              </p:nvGrpSpPr>
              <p:grpSpPr>
                <a:xfrm>
                  <a:off x="3044711" y="481680"/>
                  <a:ext cx="794382" cy="275715"/>
                  <a:chOff x="825191" y="1023385"/>
                  <a:chExt cx="724824" cy="251573"/>
                </a:xfrm>
              </p:grpSpPr>
              <p:grpSp>
                <p:nvGrpSpPr>
                  <p:cNvPr id="209" name="Group 208">
                    <a:extLst>
                      <a:ext uri="{FF2B5EF4-FFF2-40B4-BE49-F238E27FC236}">
                        <a16:creationId xmlns:a16="http://schemas.microsoft.com/office/drawing/2014/main" id="{3246BE60-359C-D49D-94ED-25181BD58CA8}"/>
                      </a:ext>
                    </a:extLst>
                  </p:cNvPr>
                  <p:cNvGrpSpPr/>
                  <p:nvPr/>
                </p:nvGrpSpPr>
                <p:grpSpPr>
                  <a:xfrm>
                    <a:off x="825191" y="1025104"/>
                    <a:ext cx="241608" cy="246999"/>
                    <a:chOff x="825191" y="1025104"/>
                    <a:chExt cx="241608" cy="246999"/>
                  </a:xfrm>
                </p:grpSpPr>
                <p:cxnSp>
                  <p:nvCxnSpPr>
                    <p:cNvPr id="213" name="Straight Connector 212">
                      <a:extLst>
                        <a:ext uri="{FF2B5EF4-FFF2-40B4-BE49-F238E27FC236}">
                          <a16:creationId xmlns:a16="http://schemas.microsoft.com/office/drawing/2014/main" id="{935273C2-F807-58DD-4D14-E5F2AD44C0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5104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4" name="Straight Connector 213">
                      <a:extLst>
                        <a:ext uri="{FF2B5EF4-FFF2-40B4-BE49-F238E27FC236}">
                          <a16:creationId xmlns:a16="http://schemas.microsoft.com/office/drawing/2014/main" id="{F40B581E-19CA-CCCC-BEBB-8CC3ACFB92E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5215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10" name="Group 209">
                    <a:extLst>
                      <a:ext uri="{FF2B5EF4-FFF2-40B4-BE49-F238E27FC236}">
                        <a16:creationId xmlns:a16="http://schemas.microsoft.com/office/drawing/2014/main" id="{6C3358E3-9A6F-181F-830A-E6F86BBD823D}"/>
                      </a:ext>
                    </a:extLst>
                  </p:cNvPr>
                  <p:cNvGrpSpPr/>
                  <p:nvPr/>
                </p:nvGrpSpPr>
                <p:grpSpPr>
                  <a:xfrm>
                    <a:off x="1308407" y="1023385"/>
                    <a:ext cx="241608" cy="251573"/>
                    <a:chOff x="825191" y="1024945"/>
                    <a:chExt cx="241608" cy="251573"/>
                  </a:xfrm>
                </p:grpSpPr>
                <p:cxnSp>
                  <p:nvCxnSpPr>
                    <p:cNvPr id="211" name="Straight Connector 210">
                      <a:extLst>
                        <a:ext uri="{FF2B5EF4-FFF2-40B4-BE49-F238E27FC236}">
                          <a16:creationId xmlns:a16="http://schemas.microsoft.com/office/drawing/2014/main" id="{51318EC1-9469-8C42-AAE8-C723A10676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2" name="Straight Connector 211">
                      <a:extLst>
                        <a:ext uri="{FF2B5EF4-FFF2-40B4-BE49-F238E27FC236}">
                          <a16:creationId xmlns:a16="http://schemas.microsoft.com/office/drawing/2014/main" id="{4E8ED1EA-96BC-D331-9D57-E1EAE9184E3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4945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204" name="Group 203">
                  <a:extLst>
                    <a:ext uri="{FF2B5EF4-FFF2-40B4-BE49-F238E27FC236}">
                      <a16:creationId xmlns:a16="http://schemas.microsoft.com/office/drawing/2014/main" id="{5577EBFE-A192-BE61-24C6-CCAFA52C385D}"/>
                    </a:ext>
                  </a:extLst>
                </p:cNvPr>
                <p:cNvGrpSpPr/>
                <p:nvPr/>
              </p:nvGrpSpPr>
              <p:grpSpPr>
                <a:xfrm>
                  <a:off x="4103886" y="481235"/>
                  <a:ext cx="520465" cy="272939"/>
                  <a:chOff x="825191" y="1027478"/>
                  <a:chExt cx="474892" cy="249040"/>
                </a:xfrm>
              </p:grpSpPr>
              <p:grpSp>
                <p:nvGrpSpPr>
                  <p:cNvPr id="205" name="Group 204">
                    <a:extLst>
                      <a:ext uri="{FF2B5EF4-FFF2-40B4-BE49-F238E27FC236}">
                        <a16:creationId xmlns:a16="http://schemas.microsoft.com/office/drawing/2014/main" id="{1311C391-4E48-3FBB-A937-DA5F460D10F1}"/>
                      </a:ext>
                    </a:extLst>
                  </p:cNvPr>
                  <p:cNvGrpSpPr/>
                  <p:nvPr/>
                </p:nvGrpSpPr>
                <p:grpSpPr>
                  <a:xfrm>
                    <a:off x="825191" y="1027478"/>
                    <a:ext cx="241608" cy="249040"/>
                    <a:chOff x="825191" y="1027478"/>
                    <a:chExt cx="241608" cy="249040"/>
                  </a:xfrm>
                </p:grpSpPr>
                <p:cxnSp>
                  <p:nvCxnSpPr>
                    <p:cNvPr id="207" name="Straight Connector 206">
                      <a:extLst>
                        <a:ext uri="{FF2B5EF4-FFF2-40B4-BE49-F238E27FC236}">
                          <a16:creationId xmlns:a16="http://schemas.microsoft.com/office/drawing/2014/main" id="{4E3727AC-D558-62D8-E885-80CC85FAED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8" name="Straight Connector 207">
                      <a:extLst>
                        <a:ext uri="{FF2B5EF4-FFF2-40B4-BE49-F238E27FC236}">
                          <a16:creationId xmlns:a16="http://schemas.microsoft.com/office/drawing/2014/main" id="{239C8564-FFEC-6207-2A8D-84CBF43FE4C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7478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06" name="Straight Connector 205">
                    <a:extLst>
                      <a:ext uri="{FF2B5EF4-FFF2-40B4-BE49-F238E27FC236}">
                        <a16:creationId xmlns:a16="http://schemas.microsoft.com/office/drawing/2014/main" id="{CE47AE2F-4F85-10F6-1368-F122EB75BF5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00083" y="1028070"/>
                    <a:ext cx="0" cy="246887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6CE83C90-164D-B62F-FDFD-FE5503B1AB86}"/>
                </a:ext>
              </a:extLst>
            </p:cNvPr>
            <p:cNvGrpSpPr/>
            <p:nvPr/>
          </p:nvGrpSpPr>
          <p:grpSpPr>
            <a:xfrm>
              <a:off x="1218553" y="4974598"/>
              <a:ext cx="6223563" cy="917235"/>
              <a:chOff x="2970720" y="3789541"/>
              <a:chExt cx="6223563" cy="917235"/>
            </a:xfrm>
          </p:grpSpPr>
          <p:grpSp>
            <p:nvGrpSpPr>
              <p:cNvPr id="223" name="Group 222">
                <a:extLst>
                  <a:ext uri="{FF2B5EF4-FFF2-40B4-BE49-F238E27FC236}">
                    <a16:creationId xmlns:a16="http://schemas.microsoft.com/office/drawing/2014/main" id="{DA8CA5E6-6E1E-DDF3-CE42-B9C3F4EF4072}"/>
                  </a:ext>
                </a:extLst>
              </p:cNvPr>
              <p:cNvGrpSpPr/>
              <p:nvPr/>
            </p:nvGrpSpPr>
            <p:grpSpPr>
              <a:xfrm>
                <a:off x="2970720" y="3789541"/>
                <a:ext cx="6223563" cy="448795"/>
                <a:chOff x="2982256" y="1057061"/>
                <a:chExt cx="6223563" cy="448795"/>
              </a:xfrm>
            </p:grpSpPr>
            <p:sp>
              <p:nvSpPr>
                <p:cNvPr id="224" name="Rectangle 223">
                  <a:extLst>
                    <a:ext uri="{FF2B5EF4-FFF2-40B4-BE49-F238E27FC236}">
                      <a16:creationId xmlns:a16="http://schemas.microsoft.com/office/drawing/2014/main" id="{F0621FDD-8544-BB52-745E-1140B0E37017}"/>
                    </a:ext>
                  </a:extLst>
                </p:cNvPr>
                <p:cNvSpPr/>
                <p:nvPr/>
              </p:nvSpPr>
              <p:spPr>
                <a:xfrm>
                  <a:off x="6710575" y="1083847"/>
                  <a:ext cx="416658" cy="416238"/>
                </a:xfrm>
                <a:prstGeom prst="rect">
                  <a:avLst/>
                </a:prstGeom>
                <a:pattFill prst="dkDn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 224">
                  <a:extLst>
                    <a:ext uri="{FF2B5EF4-FFF2-40B4-BE49-F238E27FC236}">
                      <a16:creationId xmlns:a16="http://schemas.microsoft.com/office/drawing/2014/main" id="{F58FC36C-6A68-A2B7-FD23-9E1ECAAF0324}"/>
                    </a:ext>
                  </a:extLst>
                </p:cNvPr>
                <p:cNvSpPr/>
                <p:nvPr/>
              </p:nvSpPr>
              <p:spPr>
                <a:xfrm>
                  <a:off x="7122832" y="1074365"/>
                  <a:ext cx="425575" cy="416238"/>
                </a:xfrm>
                <a:prstGeom prst="rect">
                  <a:avLst/>
                </a:prstGeom>
                <a:solidFill>
                  <a:srgbClr val="2166A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" name="Rectangle 225">
                  <a:extLst>
                    <a:ext uri="{FF2B5EF4-FFF2-40B4-BE49-F238E27FC236}">
                      <a16:creationId xmlns:a16="http://schemas.microsoft.com/office/drawing/2014/main" id="{25C87E6B-8C5A-1B26-233E-37DA9F8ED713}"/>
                    </a:ext>
                  </a:extLst>
                </p:cNvPr>
                <p:cNvSpPr/>
                <p:nvPr/>
              </p:nvSpPr>
              <p:spPr>
                <a:xfrm>
                  <a:off x="7548606" y="1076939"/>
                  <a:ext cx="409811" cy="416238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 226">
                  <a:extLst>
                    <a:ext uri="{FF2B5EF4-FFF2-40B4-BE49-F238E27FC236}">
                      <a16:creationId xmlns:a16="http://schemas.microsoft.com/office/drawing/2014/main" id="{34645186-44D4-C976-C416-210ED536661B}"/>
                    </a:ext>
                  </a:extLst>
                </p:cNvPr>
                <p:cNvSpPr/>
                <p:nvPr/>
              </p:nvSpPr>
              <p:spPr>
                <a:xfrm>
                  <a:off x="7963137" y="1077589"/>
                  <a:ext cx="419225" cy="416238"/>
                </a:xfrm>
                <a:prstGeom prst="rect">
                  <a:avLst/>
                </a:prstGeom>
                <a:solidFill>
                  <a:srgbClr val="F4A5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Rectangle 227">
                  <a:extLst>
                    <a:ext uri="{FF2B5EF4-FFF2-40B4-BE49-F238E27FC236}">
                      <a16:creationId xmlns:a16="http://schemas.microsoft.com/office/drawing/2014/main" id="{CC427837-60A8-BC63-5605-65C858312172}"/>
                    </a:ext>
                  </a:extLst>
                </p:cNvPr>
                <p:cNvSpPr/>
                <p:nvPr/>
              </p:nvSpPr>
              <p:spPr>
                <a:xfrm>
                  <a:off x="8382362" y="1077589"/>
                  <a:ext cx="415017" cy="416238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Rectangle 228">
                  <a:extLst>
                    <a:ext uri="{FF2B5EF4-FFF2-40B4-BE49-F238E27FC236}">
                      <a16:creationId xmlns:a16="http://schemas.microsoft.com/office/drawing/2014/main" id="{928FAAD0-CAFA-25C5-8A81-8BEFD361D66D}"/>
                    </a:ext>
                  </a:extLst>
                </p:cNvPr>
                <p:cNvSpPr/>
                <p:nvPr/>
              </p:nvSpPr>
              <p:spPr>
                <a:xfrm>
                  <a:off x="8806313" y="1076883"/>
                  <a:ext cx="387970" cy="416238"/>
                </a:xfrm>
                <a:prstGeom prst="rect">
                  <a:avLst/>
                </a:prstGeom>
                <a:solidFill>
                  <a:srgbClr val="2166A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 229">
                  <a:extLst>
                    <a:ext uri="{FF2B5EF4-FFF2-40B4-BE49-F238E27FC236}">
                      <a16:creationId xmlns:a16="http://schemas.microsoft.com/office/drawing/2014/main" id="{A5B90BE6-DFDF-77AB-6F78-B7CA5EF02356}"/>
                    </a:ext>
                  </a:extLst>
                </p:cNvPr>
                <p:cNvSpPr/>
                <p:nvPr/>
              </p:nvSpPr>
              <p:spPr>
                <a:xfrm>
                  <a:off x="2988608" y="1065855"/>
                  <a:ext cx="372795" cy="430695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31" name="Rectangle 230">
                  <a:extLst>
                    <a:ext uri="{FF2B5EF4-FFF2-40B4-BE49-F238E27FC236}">
                      <a16:creationId xmlns:a16="http://schemas.microsoft.com/office/drawing/2014/main" id="{23982092-5084-44CA-5558-CFEF7DE98298}"/>
                    </a:ext>
                  </a:extLst>
                </p:cNvPr>
                <p:cNvSpPr/>
                <p:nvPr/>
              </p:nvSpPr>
              <p:spPr>
                <a:xfrm>
                  <a:off x="3361408" y="1080317"/>
                  <a:ext cx="412304" cy="416238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32" name="Rectangle 231">
                  <a:extLst>
                    <a:ext uri="{FF2B5EF4-FFF2-40B4-BE49-F238E27FC236}">
                      <a16:creationId xmlns:a16="http://schemas.microsoft.com/office/drawing/2014/main" id="{71E9359B-DEDC-DE58-E609-929038577536}"/>
                    </a:ext>
                  </a:extLst>
                </p:cNvPr>
                <p:cNvSpPr/>
                <p:nvPr/>
              </p:nvSpPr>
              <p:spPr>
                <a:xfrm>
                  <a:off x="3780349" y="1075366"/>
                  <a:ext cx="412354" cy="416238"/>
                </a:xfrm>
                <a:prstGeom prst="rect">
                  <a:avLst/>
                </a:prstGeom>
                <a:solidFill>
                  <a:srgbClr val="2166A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 232">
                  <a:extLst>
                    <a:ext uri="{FF2B5EF4-FFF2-40B4-BE49-F238E27FC236}">
                      <a16:creationId xmlns:a16="http://schemas.microsoft.com/office/drawing/2014/main" id="{E8A16EC4-6BC3-6070-331F-C9C9E88E1253}"/>
                    </a:ext>
                  </a:extLst>
                </p:cNvPr>
                <p:cNvSpPr/>
                <p:nvPr/>
              </p:nvSpPr>
              <p:spPr>
                <a:xfrm>
                  <a:off x="4199340" y="1071442"/>
                  <a:ext cx="405907" cy="416238"/>
                </a:xfrm>
                <a:prstGeom prst="rect">
                  <a:avLst/>
                </a:prstGeom>
                <a:pattFill prst="dkDn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4" name="Rectangle 233">
                  <a:extLst>
                    <a:ext uri="{FF2B5EF4-FFF2-40B4-BE49-F238E27FC236}">
                      <a16:creationId xmlns:a16="http://schemas.microsoft.com/office/drawing/2014/main" id="{F91C04BB-3501-E250-A537-4DEE03F84711}"/>
                    </a:ext>
                  </a:extLst>
                </p:cNvPr>
                <p:cNvSpPr/>
                <p:nvPr/>
              </p:nvSpPr>
              <p:spPr>
                <a:xfrm>
                  <a:off x="4611597" y="1074660"/>
                  <a:ext cx="425575" cy="416238"/>
                </a:xfrm>
                <a:prstGeom prst="rect">
                  <a:avLst/>
                </a:prstGeom>
                <a:solidFill>
                  <a:srgbClr val="F4A5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5" name="Rectangle 234">
                  <a:extLst>
                    <a:ext uri="{FF2B5EF4-FFF2-40B4-BE49-F238E27FC236}">
                      <a16:creationId xmlns:a16="http://schemas.microsoft.com/office/drawing/2014/main" id="{F40FA7B8-6802-AED4-20B2-2E77F508D3C1}"/>
                    </a:ext>
                  </a:extLst>
                </p:cNvPr>
                <p:cNvSpPr/>
                <p:nvPr/>
              </p:nvSpPr>
              <p:spPr>
                <a:xfrm>
                  <a:off x="5037371" y="1077234"/>
                  <a:ext cx="393349" cy="416238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6" name="Rectangle 235">
                  <a:extLst>
                    <a:ext uri="{FF2B5EF4-FFF2-40B4-BE49-F238E27FC236}">
                      <a16:creationId xmlns:a16="http://schemas.microsoft.com/office/drawing/2014/main" id="{7AAF0712-7D65-51AD-38F3-ED42F98ACB2E}"/>
                    </a:ext>
                  </a:extLst>
                </p:cNvPr>
                <p:cNvSpPr/>
                <p:nvPr/>
              </p:nvSpPr>
              <p:spPr>
                <a:xfrm>
                  <a:off x="5436692" y="1077884"/>
                  <a:ext cx="412683" cy="416238"/>
                </a:xfrm>
                <a:prstGeom prst="rect">
                  <a:avLst/>
                </a:prstGeom>
                <a:solidFill>
                  <a:srgbClr val="F4A58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7" name="Rectangle 236">
                  <a:extLst>
                    <a:ext uri="{FF2B5EF4-FFF2-40B4-BE49-F238E27FC236}">
                      <a16:creationId xmlns:a16="http://schemas.microsoft.com/office/drawing/2014/main" id="{579AAEA1-D3F2-AE56-B0D3-648DA7076C87}"/>
                    </a:ext>
                  </a:extLst>
                </p:cNvPr>
                <p:cNvSpPr/>
                <p:nvPr/>
              </p:nvSpPr>
              <p:spPr>
                <a:xfrm>
                  <a:off x="5849001" y="1077884"/>
                  <a:ext cx="412683" cy="416238"/>
                </a:xfrm>
                <a:prstGeom prst="rect">
                  <a:avLst/>
                </a:prstGeom>
                <a:pattFill prst="dkDn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8" name="Rectangle 237">
                  <a:extLst>
                    <a:ext uri="{FF2B5EF4-FFF2-40B4-BE49-F238E27FC236}">
                      <a16:creationId xmlns:a16="http://schemas.microsoft.com/office/drawing/2014/main" id="{32B2D035-CF0E-F58E-B6F9-775941FE2B45}"/>
                    </a:ext>
                  </a:extLst>
                </p:cNvPr>
                <p:cNvSpPr/>
                <p:nvPr/>
              </p:nvSpPr>
              <p:spPr>
                <a:xfrm>
                  <a:off x="6268033" y="1077178"/>
                  <a:ext cx="436871" cy="416238"/>
                </a:xfrm>
                <a:prstGeom prst="rect">
                  <a:avLst/>
                </a:prstGeom>
                <a:pattFill prst="dkDn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82284C7C-EFEE-020D-FE58-E7428B77618F}"/>
                    </a:ext>
                  </a:extLst>
                </p:cNvPr>
                <p:cNvGrpSpPr/>
                <p:nvPr/>
              </p:nvGrpSpPr>
              <p:grpSpPr>
                <a:xfrm>
                  <a:off x="2982256" y="1057061"/>
                  <a:ext cx="6223563" cy="448795"/>
                  <a:chOff x="690731" y="473738"/>
                  <a:chExt cx="3933620" cy="283662"/>
                </a:xfrm>
              </p:grpSpPr>
              <p:cxnSp>
                <p:nvCxnSpPr>
                  <p:cNvPr id="243" name="Straight Connector 242">
                    <a:extLst>
                      <a:ext uri="{FF2B5EF4-FFF2-40B4-BE49-F238E27FC236}">
                        <a16:creationId xmlns:a16="http://schemas.microsoft.com/office/drawing/2014/main" id="{F812BDAD-86FA-8C7B-F9B9-758C44A6CB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55948" y="478669"/>
                    <a:ext cx="0" cy="27058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319DFBB-CED5-CE9B-0C74-CDA5CBE6EF7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20742" y="486820"/>
                    <a:ext cx="0" cy="27058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5" name="Group 244">
                    <a:extLst>
                      <a:ext uri="{FF2B5EF4-FFF2-40B4-BE49-F238E27FC236}">
                        <a16:creationId xmlns:a16="http://schemas.microsoft.com/office/drawing/2014/main" id="{7EED120B-C5C4-AA76-FBEF-DAD06B83F1A6}"/>
                      </a:ext>
                    </a:extLst>
                  </p:cNvPr>
                  <p:cNvGrpSpPr/>
                  <p:nvPr/>
                </p:nvGrpSpPr>
                <p:grpSpPr>
                  <a:xfrm>
                    <a:off x="1985536" y="475448"/>
                    <a:ext cx="252573" cy="278731"/>
                    <a:chOff x="825191" y="1029630"/>
                    <a:chExt cx="230457" cy="254325"/>
                  </a:xfrm>
                </p:grpSpPr>
                <p:cxnSp>
                  <p:nvCxnSpPr>
                    <p:cNvPr id="261" name="Straight Connector 260">
                      <a:extLst>
                        <a:ext uri="{FF2B5EF4-FFF2-40B4-BE49-F238E27FC236}">
                          <a16:creationId xmlns:a16="http://schemas.microsoft.com/office/drawing/2014/main" id="{BC0BCD73-1A23-2E31-9196-03CC7E5A00D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62" name="Straight Connector 261">
                      <a:extLst>
                        <a:ext uri="{FF2B5EF4-FFF2-40B4-BE49-F238E27FC236}">
                          <a16:creationId xmlns:a16="http://schemas.microsoft.com/office/drawing/2014/main" id="{02F9B487-FDE5-8D8B-824A-E2A93FBA30B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55648" y="1037067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46" name="Group 245">
                    <a:extLst>
                      <a:ext uri="{FF2B5EF4-FFF2-40B4-BE49-F238E27FC236}">
                        <a16:creationId xmlns:a16="http://schemas.microsoft.com/office/drawing/2014/main" id="{65D75D6B-A197-9B4B-1455-9DC45B7A5FCC}"/>
                      </a:ext>
                    </a:extLst>
                  </p:cNvPr>
                  <p:cNvGrpSpPr/>
                  <p:nvPr/>
                </p:nvGrpSpPr>
                <p:grpSpPr>
                  <a:xfrm>
                    <a:off x="2502903" y="473738"/>
                    <a:ext cx="264794" cy="278731"/>
                    <a:chOff x="814040" y="1029630"/>
                    <a:chExt cx="241608" cy="254325"/>
                  </a:xfrm>
                </p:grpSpPr>
                <p:cxnSp>
                  <p:nvCxnSpPr>
                    <p:cNvPr id="259" name="Straight Connector 258">
                      <a:extLst>
                        <a:ext uri="{FF2B5EF4-FFF2-40B4-BE49-F238E27FC236}">
                          <a16:creationId xmlns:a16="http://schemas.microsoft.com/office/drawing/2014/main" id="{510C5333-F147-8336-CD60-7FB74E16AE7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14040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60" name="Straight Connector 259">
                      <a:extLst>
                        <a:ext uri="{FF2B5EF4-FFF2-40B4-BE49-F238E27FC236}">
                          <a16:creationId xmlns:a16="http://schemas.microsoft.com/office/drawing/2014/main" id="{414E73DB-04C2-D01C-9997-C42F06CD5EB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55648" y="1037067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47" name="Group 246">
                    <a:extLst>
                      <a:ext uri="{FF2B5EF4-FFF2-40B4-BE49-F238E27FC236}">
                        <a16:creationId xmlns:a16="http://schemas.microsoft.com/office/drawing/2014/main" id="{86028E11-41C3-B320-35C3-99993D2D2A64}"/>
                      </a:ext>
                    </a:extLst>
                  </p:cNvPr>
                  <p:cNvGrpSpPr/>
                  <p:nvPr/>
                </p:nvGrpSpPr>
                <p:grpSpPr>
                  <a:xfrm>
                    <a:off x="3044711" y="481680"/>
                    <a:ext cx="794382" cy="272586"/>
                    <a:chOff x="825191" y="1023385"/>
                    <a:chExt cx="724824" cy="248718"/>
                  </a:xfrm>
                </p:grpSpPr>
                <p:grpSp>
                  <p:nvGrpSpPr>
                    <p:cNvPr id="253" name="Group 252">
                      <a:extLst>
                        <a:ext uri="{FF2B5EF4-FFF2-40B4-BE49-F238E27FC236}">
                          <a16:creationId xmlns:a16="http://schemas.microsoft.com/office/drawing/2014/main" id="{5FEFBE23-62C1-8A33-1752-B2CC0B26C8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5191" y="1025104"/>
                      <a:ext cx="241608" cy="246999"/>
                      <a:chOff x="825191" y="1025104"/>
                      <a:chExt cx="241608" cy="246999"/>
                    </a:xfrm>
                  </p:grpSpPr>
                  <p:cxnSp>
                    <p:nvCxnSpPr>
                      <p:cNvPr id="257" name="Straight Connector 256">
                        <a:extLst>
                          <a:ext uri="{FF2B5EF4-FFF2-40B4-BE49-F238E27FC236}">
                            <a16:creationId xmlns:a16="http://schemas.microsoft.com/office/drawing/2014/main" id="{5FA9A1FB-9708-6DD1-82E9-48A108A6CE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825191" y="1025104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58" name="Straight Connector 257">
                        <a:extLst>
                          <a:ext uri="{FF2B5EF4-FFF2-40B4-BE49-F238E27FC236}">
                            <a16:creationId xmlns:a16="http://schemas.microsoft.com/office/drawing/2014/main" id="{2BE7F30D-669E-B256-357D-541DA26A293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1066799" y="1025215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54" name="Group 253">
                      <a:extLst>
                        <a:ext uri="{FF2B5EF4-FFF2-40B4-BE49-F238E27FC236}">
                          <a16:creationId xmlns:a16="http://schemas.microsoft.com/office/drawing/2014/main" id="{C49C0055-DF8A-4872-B33F-99B054BFEEC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308407" y="1023385"/>
                      <a:ext cx="241608" cy="248691"/>
                      <a:chOff x="825191" y="1024945"/>
                      <a:chExt cx="241608" cy="248691"/>
                    </a:xfrm>
                  </p:grpSpPr>
                  <p:cxnSp>
                    <p:nvCxnSpPr>
                      <p:cNvPr id="255" name="Straight Connector 254">
                        <a:extLst>
                          <a:ext uri="{FF2B5EF4-FFF2-40B4-BE49-F238E27FC236}">
                            <a16:creationId xmlns:a16="http://schemas.microsoft.com/office/drawing/2014/main" id="{EBBDC412-8950-2CC3-3D7A-67E87C9FD9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825191" y="1026748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56" name="Straight Connector 255">
                        <a:extLst>
                          <a:ext uri="{FF2B5EF4-FFF2-40B4-BE49-F238E27FC236}">
                            <a16:creationId xmlns:a16="http://schemas.microsoft.com/office/drawing/2014/main" id="{3F8D10FB-19DA-B93D-47A6-C45D67C5F23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1066799" y="1024945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248" name="Group 247">
                    <a:extLst>
                      <a:ext uri="{FF2B5EF4-FFF2-40B4-BE49-F238E27FC236}">
                        <a16:creationId xmlns:a16="http://schemas.microsoft.com/office/drawing/2014/main" id="{AE953F8B-DF4D-C544-3822-28B1B3505875}"/>
                      </a:ext>
                    </a:extLst>
                  </p:cNvPr>
                  <p:cNvGrpSpPr/>
                  <p:nvPr/>
                </p:nvGrpSpPr>
                <p:grpSpPr>
                  <a:xfrm>
                    <a:off x="4103886" y="481235"/>
                    <a:ext cx="520465" cy="272939"/>
                    <a:chOff x="825191" y="1027478"/>
                    <a:chExt cx="474892" cy="249040"/>
                  </a:xfrm>
                </p:grpSpPr>
                <p:grpSp>
                  <p:nvGrpSpPr>
                    <p:cNvPr id="249" name="Group 248">
                      <a:extLst>
                        <a:ext uri="{FF2B5EF4-FFF2-40B4-BE49-F238E27FC236}">
                          <a16:creationId xmlns:a16="http://schemas.microsoft.com/office/drawing/2014/main" id="{DB8C30C9-E360-42FB-9097-487B5BF9A84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5191" y="1027478"/>
                      <a:ext cx="241608" cy="249040"/>
                      <a:chOff x="825191" y="1027478"/>
                      <a:chExt cx="241608" cy="249040"/>
                    </a:xfrm>
                  </p:grpSpPr>
                  <p:cxnSp>
                    <p:nvCxnSpPr>
                      <p:cNvPr id="251" name="Straight Connector 250">
                        <a:extLst>
                          <a:ext uri="{FF2B5EF4-FFF2-40B4-BE49-F238E27FC236}">
                            <a16:creationId xmlns:a16="http://schemas.microsoft.com/office/drawing/2014/main" id="{0D6E28D1-0AD9-A568-31E5-5EF133BD4D7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825191" y="1029630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52" name="Straight Connector 251">
                        <a:extLst>
                          <a:ext uri="{FF2B5EF4-FFF2-40B4-BE49-F238E27FC236}">
                            <a16:creationId xmlns:a16="http://schemas.microsoft.com/office/drawing/2014/main" id="{B0CC5784-4600-CC60-329D-2E171D20935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1066799" y="1027478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250" name="Straight Connector 249">
                      <a:extLst>
                        <a:ext uri="{FF2B5EF4-FFF2-40B4-BE49-F238E27FC236}">
                          <a16:creationId xmlns:a16="http://schemas.microsoft.com/office/drawing/2014/main" id="{D984D5DF-5486-E449-EFEF-89CF83667E0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300083" y="1028070"/>
                      <a:ext cx="0" cy="246887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40" name="Rectangle 239">
                    <a:extLst>
                      <a:ext uri="{FF2B5EF4-FFF2-40B4-BE49-F238E27FC236}">
                        <a16:creationId xmlns:a16="http://schemas.microsoft.com/office/drawing/2014/main" id="{21737C84-5533-87F8-2CF5-87ACAA2A7DE4}"/>
                      </a:ext>
                    </a:extLst>
                  </p:cNvPr>
                  <p:cNvSpPr/>
                  <p:nvPr/>
                </p:nvSpPr>
                <p:spPr>
                  <a:xfrm>
                    <a:off x="690731" y="480378"/>
                    <a:ext cx="3931920" cy="27058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241" name="Straight Connector 240">
                    <a:extLst>
                      <a:ext uri="{FF2B5EF4-FFF2-40B4-BE49-F238E27FC236}">
                        <a16:creationId xmlns:a16="http://schemas.microsoft.com/office/drawing/2014/main" id="{DDE8DE30-C744-288B-C338-28178245A2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26360" y="480378"/>
                    <a:ext cx="0" cy="27058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2" name="Straight Connector 241">
                    <a:extLst>
                      <a:ext uri="{FF2B5EF4-FFF2-40B4-BE49-F238E27FC236}">
                        <a16:creationId xmlns:a16="http://schemas.microsoft.com/office/drawing/2014/main" id="{0E2428A0-0C37-DF63-1AA4-AC5D9BE2C7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191154" y="482891"/>
                    <a:ext cx="0" cy="27058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2B76DF70-D28E-8E61-66F3-9124B8AEE20F}"/>
                  </a:ext>
                </a:extLst>
              </p:cNvPr>
              <p:cNvSpPr/>
              <p:nvPr/>
            </p:nvSpPr>
            <p:spPr>
              <a:xfrm>
                <a:off x="7537070" y="4288640"/>
                <a:ext cx="409811" cy="416238"/>
              </a:xfrm>
              <a:prstGeom prst="rect">
                <a:avLst/>
              </a:prstGeom>
              <a:solidFill>
                <a:srgbClr val="2166A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E2EE8531-C0EC-A2E4-0F4A-20F854EEB53C}"/>
                  </a:ext>
                </a:extLst>
              </p:cNvPr>
              <p:cNvSpPr/>
              <p:nvPr/>
            </p:nvSpPr>
            <p:spPr>
              <a:xfrm>
                <a:off x="2970721" y="4288326"/>
                <a:ext cx="379146" cy="416238"/>
              </a:xfrm>
              <a:prstGeom prst="rect">
                <a:avLst/>
              </a:prstGeom>
              <a:solidFill>
                <a:srgbClr val="2166A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5" name="Rectangle 274">
                <a:extLst>
                  <a:ext uri="{FF2B5EF4-FFF2-40B4-BE49-F238E27FC236}">
                    <a16:creationId xmlns:a16="http://schemas.microsoft.com/office/drawing/2014/main" id="{FD89402B-6583-B52E-1D17-770B94B330DB}"/>
                  </a:ext>
                </a:extLst>
              </p:cNvPr>
              <p:cNvSpPr/>
              <p:nvPr/>
            </p:nvSpPr>
            <p:spPr>
              <a:xfrm>
                <a:off x="3370061" y="4290538"/>
                <a:ext cx="402336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BA64BB9A-3C46-0A6F-FA77-752B8081C46A}"/>
                  </a:ext>
                </a:extLst>
              </p:cNvPr>
              <p:cNvSpPr/>
              <p:nvPr/>
            </p:nvSpPr>
            <p:spPr>
              <a:xfrm>
                <a:off x="5025835" y="4288935"/>
                <a:ext cx="393349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32DD5009-C2F0-2E56-728E-E0D26D3BEA0E}"/>
                </a:ext>
              </a:extLst>
            </p:cNvPr>
            <p:cNvSpPr txBox="1"/>
            <p:nvPr/>
          </p:nvSpPr>
          <p:spPr>
            <a:xfrm>
              <a:off x="374557" y="292711"/>
              <a:ext cx="4108885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Task size, </a:t>
              </a:r>
              <a:r>
                <a:rPr lang="en-US" sz="2200" i="1" dirty="0">
                  <a:latin typeface="Aptos" panose="020F0502020204030204" pitchFamily="34" charset="0"/>
                </a:rPr>
                <a:t>T </a:t>
              </a:r>
              <a:r>
                <a:rPr lang="en-US" sz="2200" dirty="0">
                  <a:latin typeface="Aptos" panose="020F0502020204030204" pitchFamily="34" charset="0"/>
                </a:rPr>
                <a:t>(15 bits)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73CABB9-B26E-64B2-E66E-374968A84A82}"/>
                </a:ext>
              </a:extLst>
            </p:cNvPr>
            <p:cNvSpPr txBox="1"/>
            <p:nvPr/>
          </p:nvSpPr>
          <p:spPr>
            <a:xfrm>
              <a:off x="1083743" y="2177332"/>
              <a:ext cx="204289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Stable group I: </a:t>
              </a:r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3443D4AD-EC9F-1491-A1B2-C836BE6CB958}"/>
                </a:ext>
              </a:extLst>
            </p:cNvPr>
            <p:cNvSpPr/>
            <p:nvPr/>
          </p:nvSpPr>
          <p:spPr>
            <a:xfrm>
              <a:off x="3576365" y="2193015"/>
              <a:ext cx="331644" cy="331644"/>
            </a:xfrm>
            <a:prstGeom prst="rect">
              <a:avLst/>
            </a:prstGeom>
            <a:solidFill>
              <a:srgbClr val="7FBC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2</a:t>
              </a:r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E5919FF6-924B-8B46-B7B6-16545BFAA610}"/>
                </a:ext>
              </a:extLst>
            </p:cNvPr>
            <p:cNvSpPr/>
            <p:nvPr/>
          </p:nvSpPr>
          <p:spPr>
            <a:xfrm>
              <a:off x="4032685" y="2185077"/>
              <a:ext cx="331644" cy="33164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bg1"/>
                  </a:solidFill>
                  <a:latin typeface="Aptos" panose="020B0004020202020204" pitchFamily="34" charset="0"/>
                </a:rPr>
                <a:t>3</a:t>
              </a:r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4D48571A-2C0E-B0CF-6733-14CA49A32416}"/>
                </a:ext>
              </a:extLst>
            </p:cNvPr>
            <p:cNvSpPr/>
            <p:nvPr/>
          </p:nvSpPr>
          <p:spPr>
            <a:xfrm>
              <a:off x="3119483" y="3272300"/>
              <a:ext cx="331644" cy="331644"/>
            </a:xfrm>
            <a:prstGeom prst="ellipse">
              <a:avLst/>
            </a:prstGeom>
            <a:solidFill>
              <a:srgbClr val="F4A5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1</a:t>
              </a: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6D342CF4-26AB-DD5E-4441-0C26E02E0B9C}"/>
                </a:ext>
              </a:extLst>
            </p:cNvPr>
            <p:cNvSpPr txBox="1"/>
            <p:nvPr/>
          </p:nvSpPr>
          <p:spPr>
            <a:xfrm>
              <a:off x="1126276" y="3258628"/>
              <a:ext cx="204289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Stable group II: </a:t>
              </a:r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21522BE0-7386-1CCE-9819-AFC47F68DE8D}"/>
                </a:ext>
              </a:extLst>
            </p:cNvPr>
            <p:cNvSpPr/>
            <p:nvPr/>
          </p:nvSpPr>
          <p:spPr>
            <a:xfrm>
              <a:off x="3576366" y="3274311"/>
              <a:ext cx="331644" cy="331644"/>
            </a:xfrm>
            <a:prstGeom prst="ellipse">
              <a:avLst/>
            </a:prstGeom>
            <a:solidFill>
              <a:srgbClr val="2166A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2</a:t>
              </a:r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64EA6A91-16BD-3057-1CDD-0AD0C66F1826}"/>
                </a:ext>
              </a:extLst>
            </p:cNvPr>
            <p:cNvSpPr/>
            <p:nvPr/>
          </p:nvSpPr>
          <p:spPr>
            <a:xfrm>
              <a:off x="4032686" y="3266373"/>
              <a:ext cx="331644" cy="331644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3</a:t>
              </a: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2BACED88-D52F-B2A7-B295-C9B2976DA451}"/>
                </a:ext>
              </a:extLst>
            </p:cNvPr>
            <p:cNvSpPr txBox="1"/>
            <p:nvPr/>
          </p:nvSpPr>
          <p:spPr>
            <a:xfrm>
              <a:off x="7679750" y="2635191"/>
              <a:ext cx="2581474" cy="14465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Stable groups (CM): </a:t>
              </a:r>
            </a:p>
            <a:p>
              <a:pPr algn="ctr"/>
              <a:r>
                <a:rPr lang="en-US" sz="2200" i="1" dirty="0">
                  <a:latin typeface="Aptos" panose="020F0502020204030204" pitchFamily="34" charset="0"/>
                </a:rPr>
                <a:t>N</a:t>
              </a:r>
              <a:r>
                <a:rPr lang="en-US" sz="2200" i="1" baseline="-25000" dirty="0">
                  <a:latin typeface="Aptos" panose="020F0502020204030204" pitchFamily="34" charset="0"/>
                </a:rPr>
                <a:t>a</a:t>
              </a:r>
              <a:r>
                <a:rPr lang="en-US" sz="2200" dirty="0">
                  <a:latin typeface="Aptos" panose="020F0502020204030204" pitchFamily="34" charset="0"/>
                </a:rPr>
                <a:t> = 3, </a:t>
              </a:r>
              <a:r>
                <a:rPr lang="en-US" sz="2200" i="1" dirty="0">
                  <a:latin typeface="Aptos" panose="020F0502020204030204" pitchFamily="34" charset="0"/>
                </a:rPr>
                <a:t>m</a:t>
              </a:r>
              <a:r>
                <a:rPr lang="en-US" sz="2200" i="1" baseline="-25000" dirty="0">
                  <a:latin typeface="Aptos" panose="020F0502020204030204" pitchFamily="34" charset="0"/>
                </a:rPr>
                <a:t>a</a:t>
              </a:r>
              <a:r>
                <a:rPr lang="en-US" sz="2200" dirty="0">
                  <a:latin typeface="Aptos" panose="020F0502020204030204" pitchFamily="34" charset="0"/>
                </a:rPr>
                <a:t> = 5</a:t>
              </a:r>
            </a:p>
            <a:p>
              <a:pPr algn="ctr"/>
              <a:endParaRPr lang="en-US" sz="2200" dirty="0">
                <a:latin typeface="Aptos" panose="020F0502020204030204" pitchFamily="34" charset="0"/>
              </a:endParaRPr>
            </a:p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Excluded bits: 0</a:t>
              </a:r>
            </a:p>
          </p:txBody>
        </p:sp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004E0A37-6D89-3AA0-5012-D398BD642FF0}"/>
                </a:ext>
              </a:extLst>
            </p:cNvPr>
            <p:cNvSpPr/>
            <p:nvPr/>
          </p:nvSpPr>
          <p:spPr>
            <a:xfrm flipH="1">
              <a:off x="7486308" y="2514026"/>
              <a:ext cx="172244" cy="1708108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CAD4D83A-FAFF-DD9B-0F34-EC4481FECE57}"/>
                </a:ext>
              </a:extLst>
            </p:cNvPr>
            <p:cNvSpPr/>
            <p:nvPr/>
          </p:nvSpPr>
          <p:spPr>
            <a:xfrm>
              <a:off x="4145450" y="4577787"/>
              <a:ext cx="331644" cy="331644"/>
            </a:xfrm>
            <a:prstGeom prst="rect">
              <a:avLst/>
            </a:prstGeom>
            <a:solidFill>
              <a:srgbClr val="7FBC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2</a:t>
              </a:r>
            </a:p>
          </p:txBody>
        </p: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E814F13A-D1D1-CA6C-C66F-0730B6A05E6A}"/>
                </a:ext>
              </a:extLst>
            </p:cNvPr>
            <p:cNvSpPr txBox="1"/>
            <p:nvPr/>
          </p:nvSpPr>
          <p:spPr>
            <a:xfrm>
              <a:off x="1142069" y="4564115"/>
              <a:ext cx="299902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Sample shuffled group: </a:t>
              </a:r>
            </a:p>
          </p:txBody>
        </p:sp>
        <p:sp>
          <p:nvSpPr>
            <p:cNvPr id="279" name="Oval 278">
              <a:extLst>
                <a:ext uri="{FF2B5EF4-FFF2-40B4-BE49-F238E27FC236}">
                  <a16:creationId xmlns:a16="http://schemas.microsoft.com/office/drawing/2014/main" id="{3C0CCE4F-01E3-80E4-9781-E3293B9F8DBE}"/>
                </a:ext>
              </a:extLst>
            </p:cNvPr>
            <p:cNvSpPr/>
            <p:nvPr/>
          </p:nvSpPr>
          <p:spPr>
            <a:xfrm>
              <a:off x="4602333" y="4579798"/>
              <a:ext cx="331644" cy="331644"/>
            </a:xfrm>
            <a:prstGeom prst="ellipse">
              <a:avLst/>
            </a:prstGeom>
            <a:solidFill>
              <a:srgbClr val="F4A5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1</a:t>
              </a:r>
            </a:p>
          </p:txBody>
        </p:sp>
        <p:sp>
          <p:nvSpPr>
            <p:cNvPr id="280" name="Oval 279">
              <a:extLst>
                <a:ext uri="{FF2B5EF4-FFF2-40B4-BE49-F238E27FC236}">
                  <a16:creationId xmlns:a16="http://schemas.microsoft.com/office/drawing/2014/main" id="{C4209E39-6BF8-9BAD-69AE-75C21E708FBF}"/>
                </a:ext>
              </a:extLst>
            </p:cNvPr>
            <p:cNvSpPr/>
            <p:nvPr/>
          </p:nvSpPr>
          <p:spPr>
            <a:xfrm>
              <a:off x="5058653" y="4571860"/>
              <a:ext cx="331644" cy="331644"/>
            </a:xfrm>
            <a:prstGeom prst="ellipse">
              <a:avLst/>
            </a:prstGeom>
            <a:solidFill>
              <a:srgbClr val="2166AC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2</a:t>
              </a: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4B2B1585-223C-BA48-5CDD-20A9765B0487}"/>
                </a:ext>
              </a:extLst>
            </p:cNvPr>
            <p:cNvSpPr txBox="1"/>
            <p:nvPr/>
          </p:nvSpPr>
          <p:spPr>
            <a:xfrm>
              <a:off x="7918593" y="5221850"/>
              <a:ext cx="2069173" cy="11079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Shuffled </a:t>
              </a:r>
            </a:p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groups (CI) </a:t>
              </a:r>
            </a:p>
            <a:p>
              <a:pPr algn="ctr"/>
              <a:endParaRPr lang="en-US" sz="2200" dirty="0">
                <a:latin typeface="Aptos" panose="020F0502020204030204" pitchFamily="34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22A0BC21-B504-8895-5614-46CE2FD62A7A}"/>
                </a:ext>
              </a:extLst>
            </p:cNvPr>
            <p:cNvSpPr txBox="1"/>
            <p:nvPr/>
          </p:nvSpPr>
          <p:spPr>
            <a:xfrm>
              <a:off x="-893943" y="5898180"/>
              <a:ext cx="6144322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Excluded bits: 4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5" name="TextBox 284">
                  <a:extLst>
                    <a:ext uri="{FF2B5EF4-FFF2-40B4-BE49-F238E27FC236}">
                      <a16:creationId xmlns:a16="http://schemas.microsoft.com/office/drawing/2014/main" id="{99C4F11D-C622-975B-BD3F-7C1E16A8782A}"/>
                    </a:ext>
                  </a:extLst>
                </p:cNvPr>
                <p:cNvSpPr txBox="1"/>
                <p:nvPr/>
              </p:nvSpPr>
              <p:spPr>
                <a:xfrm>
                  <a:off x="422958" y="1598542"/>
                  <a:ext cx="7882743" cy="43088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200" dirty="0">
                      <a:latin typeface="Aptos" panose="020F0502020204030204" pitchFamily="34" charset="0"/>
                    </a:rPr>
                    <a:t>Pooled memory is at most as large as task size (</a:t>
                  </a:r>
                  <a:r>
                    <a:rPr lang="en-US" sz="2200" i="1" dirty="0">
                      <a:latin typeface="Aptos" panose="020F0502020204030204" pitchFamily="34" charset="0"/>
                    </a:rPr>
                    <a:t>T </a:t>
                  </a:r>
                  <a14:m>
                    <m:oMath xmlns:m="http://schemas.openxmlformats.org/officeDocument/2006/math">
                      <m:r>
                        <a:rPr lang="en-US" sz="2200" i="1">
                          <a:latin typeface="Cambria Math" panose="02040503050406030204" pitchFamily="18" charset="0"/>
                        </a:rPr>
                        <m:t>≥</m:t>
                      </m:r>
                    </m:oMath>
                  </a14:m>
                  <a:r>
                    <a:rPr lang="en-US" sz="2200" i="1" dirty="0">
                      <a:latin typeface="Aptos" panose="020F0502020204030204" pitchFamily="34" charset="0"/>
                    </a:rPr>
                    <a:t> N</a:t>
                  </a:r>
                  <a:r>
                    <a:rPr lang="en-US" sz="2200" i="1" baseline="-25000" dirty="0">
                      <a:latin typeface="Aptos" panose="020F0502020204030204" pitchFamily="34" charset="0"/>
                    </a:rPr>
                    <a:t>a</a:t>
                  </a:r>
                  <a:r>
                    <a:rPr lang="en-US" sz="2200" i="1" dirty="0">
                      <a:latin typeface="Aptos" panose="020F0502020204030204" pitchFamily="34" charset="0"/>
                    </a:rPr>
                    <a:t>m</a:t>
                  </a:r>
                  <a:r>
                    <a:rPr lang="en-US" sz="2200" i="1" baseline="-25000" dirty="0">
                      <a:latin typeface="Aptos" panose="020F0502020204030204" pitchFamily="34" charset="0"/>
                    </a:rPr>
                    <a:t>a</a:t>
                  </a:r>
                  <a:r>
                    <a:rPr lang="en-US" sz="2200" dirty="0">
                      <a:latin typeface="Aptos" panose="020F0502020204030204" pitchFamily="34" charset="0"/>
                    </a:rPr>
                    <a:t>)</a:t>
                  </a:r>
                </a:p>
              </p:txBody>
            </p:sp>
          </mc:Choice>
          <mc:Fallback>
            <p:sp>
              <p:nvSpPr>
                <p:cNvPr id="285" name="TextBox 284">
                  <a:extLst>
                    <a:ext uri="{FF2B5EF4-FFF2-40B4-BE49-F238E27FC236}">
                      <a16:creationId xmlns:a16="http://schemas.microsoft.com/office/drawing/2014/main" id="{99C4F11D-C622-975B-BD3F-7C1E16A878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958" y="1598542"/>
                  <a:ext cx="7882743" cy="430887"/>
                </a:xfrm>
                <a:prstGeom prst="rect">
                  <a:avLst/>
                </a:prstGeom>
                <a:blipFill>
                  <a:blip r:embed="rId2"/>
                  <a:stretch>
                    <a:fillRect t="-8571" b="-257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9D46294-5E2A-56D5-4A5F-21A1F6001E11}"/>
                </a:ext>
              </a:extLst>
            </p:cNvPr>
            <p:cNvSpPr txBox="1"/>
            <p:nvPr/>
          </p:nvSpPr>
          <p:spPr>
            <a:xfrm>
              <a:off x="621325" y="-104420"/>
              <a:ext cx="4443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latin typeface="Helvetica" pitchFamily="2" charset="0"/>
                </a:rPr>
                <a:t>A</a:t>
              </a:r>
            </a:p>
          </p:txBody>
        </p:sp>
      </p:grpSp>
      <p:grpSp>
        <p:nvGrpSpPr>
          <p:cNvPr id="479" name="Group 478">
            <a:extLst>
              <a:ext uri="{FF2B5EF4-FFF2-40B4-BE49-F238E27FC236}">
                <a16:creationId xmlns:a16="http://schemas.microsoft.com/office/drawing/2014/main" id="{622E0E53-7769-935B-D439-0780D611DAA5}"/>
              </a:ext>
            </a:extLst>
          </p:cNvPr>
          <p:cNvGrpSpPr/>
          <p:nvPr/>
        </p:nvGrpSpPr>
        <p:grpSpPr>
          <a:xfrm>
            <a:off x="8023164" y="-19239"/>
            <a:ext cx="11152142" cy="7881799"/>
            <a:chOff x="-887255" y="-104420"/>
            <a:chExt cx="11152142" cy="7881799"/>
          </a:xfrm>
        </p:grpSpPr>
        <p:grpSp>
          <p:nvGrpSpPr>
            <p:cNvPr id="480" name="Group 479">
              <a:extLst>
                <a:ext uri="{FF2B5EF4-FFF2-40B4-BE49-F238E27FC236}">
                  <a16:creationId xmlns:a16="http://schemas.microsoft.com/office/drawing/2014/main" id="{2C41BCE9-4627-D95C-0E1D-70F0A844CA78}"/>
                </a:ext>
              </a:extLst>
            </p:cNvPr>
            <p:cNvGrpSpPr/>
            <p:nvPr/>
          </p:nvGrpSpPr>
          <p:grpSpPr>
            <a:xfrm>
              <a:off x="1236777" y="745794"/>
              <a:ext cx="6223563" cy="451499"/>
              <a:chOff x="690731" y="473738"/>
              <a:chExt cx="3933620" cy="285371"/>
            </a:xfrm>
          </p:grpSpPr>
          <p:sp>
            <p:nvSpPr>
              <p:cNvPr id="641" name="Rectangle 640">
                <a:extLst>
                  <a:ext uri="{FF2B5EF4-FFF2-40B4-BE49-F238E27FC236}">
                    <a16:creationId xmlns:a16="http://schemas.microsoft.com/office/drawing/2014/main" id="{0B8586B0-476F-9FDC-9DA8-64B75EFD5F44}"/>
                  </a:ext>
                </a:extLst>
              </p:cNvPr>
              <p:cNvSpPr/>
              <p:nvPr/>
            </p:nvSpPr>
            <p:spPr>
              <a:xfrm>
                <a:off x="690731" y="480378"/>
                <a:ext cx="3931920" cy="27058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642" name="Straight Connector 641">
                <a:extLst>
                  <a:ext uri="{FF2B5EF4-FFF2-40B4-BE49-F238E27FC236}">
                    <a16:creationId xmlns:a16="http://schemas.microsoft.com/office/drawing/2014/main" id="{9D30E98B-F222-CE4D-F666-104EE93066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6360" y="480378"/>
                <a:ext cx="0" cy="27058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3" name="Straight Connector 642">
                <a:extLst>
                  <a:ext uri="{FF2B5EF4-FFF2-40B4-BE49-F238E27FC236}">
                    <a16:creationId xmlns:a16="http://schemas.microsoft.com/office/drawing/2014/main" id="{3838D656-D24A-F056-EBCE-AD50B2949B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1154" y="488529"/>
                <a:ext cx="0" cy="27058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4" name="Straight Connector 643">
                <a:extLst>
                  <a:ext uri="{FF2B5EF4-FFF2-40B4-BE49-F238E27FC236}">
                    <a16:creationId xmlns:a16="http://schemas.microsoft.com/office/drawing/2014/main" id="{A9C63AF3-ABB5-A46F-D1F6-BC34325400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55948" y="478669"/>
                <a:ext cx="0" cy="27058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5" name="Straight Connector 644">
                <a:extLst>
                  <a:ext uri="{FF2B5EF4-FFF2-40B4-BE49-F238E27FC236}">
                    <a16:creationId xmlns:a16="http://schemas.microsoft.com/office/drawing/2014/main" id="{29713010-2F90-369F-B95D-900A4E435F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0742" y="486820"/>
                <a:ext cx="0" cy="27058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46" name="Group 645">
                <a:extLst>
                  <a:ext uri="{FF2B5EF4-FFF2-40B4-BE49-F238E27FC236}">
                    <a16:creationId xmlns:a16="http://schemas.microsoft.com/office/drawing/2014/main" id="{4716AD08-A6A8-D8CF-3445-B5698C21EC8A}"/>
                  </a:ext>
                </a:extLst>
              </p:cNvPr>
              <p:cNvGrpSpPr/>
              <p:nvPr/>
            </p:nvGrpSpPr>
            <p:grpSpPr>
              <a:xfrm>
                <a:off x="1985536" y="475448"/>
                <a:ext cx="252573" cy="278731"/>
                <a:chOff x="825191" y="1029630"/>
                <a:chExt cx="230457" cy="254325"/>
              </a:xfrm>
            </p:grpSpPr>
            <p:cxnSp>
              <p:nvCxnSpPr>
                <p:cNvPr id="662" name="Straight Connector 661">
                  <a:extLst>
                    <a:ext uri="{FF2B5EF4-FFF2-40B4-BE49-F238E27FC236}">
                      <a16:creationId xmlns:a16="http://schemas.microsoft.com/office/drawing/2014/main" id="{41631B7C-3595-6034-0C92-DC06FF400D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5191" y="1029630"/>
                  <a:ext cx="0" cy="24688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3" name="Straight Connector 662">
                  <a:extLst>
                    <a:ext uri="{FF2B5EF4-FFF2-40B4-BE49-F238E27FC236}">
                      <a16:creationId xmlns:a16="http://schemas.microsoft.com/office/drawing/2014/main" id="{ADEC80E1-80DC-23A4-EC7C-7AD2FD421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5648" y="1037067"/>
                  <a:ext cx="0" cy="24688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47" name="Group 646">
                <a:extLst>
                  <a:ext uri="{FF2B5EF4-FFF2-40B4-BE49-F238E27FC236}">
                    <a16:creationId xmlns:a16="http://schemas.microsoft.com/office/drawing/2014/main" id="{55009BB3-8C61-EE02-E70C-8C565D58D7DE}"/>
                  </a:ext>
                </a:extLst>
              </p:cNvPr>
              <p:cNvGrpSpPr/>
              <p:nvPr/>
            </p:nvGrpSpPr>
            <p:grpSpPr>
              <a:xfrm>
                <a:off x="2502903" y="473738"/>
                <a:ext cx="264794" cy="278731"/>
                <a:chOff x="814040" y="1029630"/>
                <a:chExt cx="241608" cy="254325"/>
              </a:xfrm>
            </p:grpSpPr>
            <p:cxnSp>
              <p:nvCxnSpPr>
                <p:cNvPr id="660" name="Straight Connector 659">
                  <a:extLst>
                    <a:ext uri="{FF2B5EF4-FFF2-40B4-BE49-F238E27FC236}">
                      <a16:creationId xmlns:a16="http://schemas.microsoft.com/office/drawing/2014/main" id="{8843E493-923C-19FB-22D4-536BB4E0C0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14040" y="1029630"/>
                  <a:ext cx="0" cy="24688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1" name="Straight Connector 660">
                  <a:extLst>
                    <a:ext uri="{FF2B5EF4-FFF2-40B4-BE49-F238E27FC236}">
                      <a16:creationId xmlns:a16="http://schemas.microsoft.com/office/drawing/2014/main" id="{973E1681-43A0-BE06-52F1-1FF99B47816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5648" y="1037067"/>
                  <a:ext cx="0" cy="24688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48" name="Group 647">
                <a:extLst>
                  <a:ext uri="{FF2B5EF4-FFF2-40B4-BE49-F238E27FC236}">
                    <a16:creationId xmlns:a16="http://schemas.microsoft.com/office/drawing/2014/main" id="{8B5A80DB-E58C-C319-B2D0-896A9901113B}"/>
                  </a:ext>
                </a:extLst>
              </p:cNvPr>
              <p:cNvGrpSpPr/>
              <p:nvPr/>
            </p:nvGrpSpPr>
            <p:grpSpPr>
              <a:xfrm>
                <a:off x="3044711" y="481681"/>
                <a:ext cx="794382" cy="277425"/>
                <a:chOff x="825191" y="1023385"/>
                <a:chExt cx="724824" cy="253133"/>
              </a:xfrm>
            </p:grpSpPr>
            <p:grpSp>
              <p:nvGrpSpPr>
                <p:cNvPr id="654" name="Group 653">
                  <a:extLst>
                    <a:ext uri="{FF2B5EF4-FFF2-40B4-BE49-F238E27FC236}">
                      <a16:creationId xmlns:a16="http://schemas.microsoft.com/office/drawing/2014/main" id="{E7534E7E-5EE9-17CD-C8DF-81DC02CEA43A}"/>
                    </a:ext>
                  </a:extLst>
                </p:cNvPr>
                <p:cNvGrpSpPr/>
                <p:nvPr/>
              </p:nvGrpSpPr>
              <p:grpSpPr>
                <a:xfrm>
                  <a:off x="825191" y="1027478"/>
                  <a:ext cx="241608" cy="249040"/>
                  <a:chOff x="825191" y="1027478"/>
                  <a:chExt cx="241608" cy="249040"/>
                </a:xfrm>
              </p:grpSpPr>
              <p:cxnSp>
                <p:nvCxnSpPr>
                  <p:cNvPr id="658" name="Straight Connector 657">
                    <a:extLst>
                      <a:ext uri="{FF2B5EF4-FFF2-40B4-BE49-F238E27FC236}">
                        <a16:creationId xmlns:a16="http://schemas.microsoft.com/office/drawing/2014/main" id="{DD33C5AD-CF8B-196F-B64E-57128E27BF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9" name="Straight Connector 658">
                    <a:extLst>
                      <a:ext uri="{FF2B5EF4-FFF2-40B4-BE49-F238E27FC236}">
                        <a16:creationId xmlns:a16="http://schemas.microsoft.com/office/drawing/2014/main" id="{5ABC5978-2FDA-38AD-3F15-FDD1371846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66799" y="1027478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5" name="Group 654">
                  <a:extLst>
                    <a:ext uri="{FF2B5EF4-FFF2-40B4-BE49-F238E27FC236}">
                      <a16:creationId xmlns:a16="http://schemas.microsoft.com/office/drawing/2014/main" id="{9424219B-842F-ED2A-1F66-8E5C004D78A4}"/>
                    </a:ext>
                  </a:extLst>
                </p:cNvPr>
                <p:cNvGrpSpPr/>
                <p:nvPr/>
              </p:nvGrpSpPr>
              <p:grpSpPr>
                <a:xfrm>
                  <a:off x="1308407" y="1023385"/>
                  <a:ext cx="241608" cy="251573"/>
                  <a:chOff x="825191" y="1024945"/>
                  <a:chExt cx="241608" cy="251573"/>
                </a:xfrm>
              </p:grpSpPr>
              <p:cxnSp>
                <p:nvCxnSpPr>
                  <p:cNvPr id="656" name="Straight Connector 655">
                    <a:extLst>
                      <a:ext uri="{FF2B5EF4-FFF2-40B4-BE49-F238E27FC236}">
                        <a16:creationId xmlns:a16="http://schemas.microsoft.com/office/drawing/2014/main" id="{C17241D9-8618-0958-A937-760AF6422F3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7" name="Straight Connector 656">
                    <a:extLst>
                      <a:ext uri="{FF2B5EF4-FFF2-40B4-BE49-F238E27FC236}">
                        <a16:creationId xmlns:a16="http://schemas.microsoft.com/office/drawing/2014/main" id="{7E19D153-BBF2-6D76-6443-6E090E4E81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66799" y="1024945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49" name="Group 648">
                <a:extLst>
                  <a:ext uri="{FF2B5EF4-FFF2-40B4-BE49-F238E27FC236}">
                    <a16:creationId xmlns:a16="http://schemas.microsoft.com/office/drawing/2014/main" id="{48ACE49E-B2EA-14C6-07AD-16D94AF1F93E}"/>
                  </a:ext>
                </a:extLst>
              </p:cNvPr>
              <p:cNvGrpSpPr/>
              <p:nvPr/>
            </p:nvGrpSpPr>
            <p:grpSpPr>
              <a:xfrm>
                <a:off x="4103886" y="481235"/>
                <a:ext cx="520465" cy="272939"/>
                <a:chOff x="825191" y="1027478"/>
                <a:chExt cx="474892" cy="249040"/>
              </a:xfrm>
            </p:grpSpPr>
            <p:grpSp>
              <p:nvGrpSpPr>
                <p:cNvPr id="650" name="Group 649">
                  <a:extLst>
                    <a:ext uri="{FF2B5EF4-FFF2-40B4-BE49-F238E27FC236}">
                      <a16:creationId xmlns:a16="http://schemas.microsoft.com/office/drawing/2014/main" id="{E5BFC4EA-DFDC-EB70-1614-87B3A717D789}"/>
                    </a:ext>
                  </a:extLst>
                </p:cNvPr>
                <p:cNvGrpSpPr/>
                <p:nvPr/>
              </p:nvGrpSpPr>
              <p:grpSpPr>
                <a:xfrm>
                  <a:off x="825191" y="1027478"/>
                  <a:ext cx="241608" cy="249040"/>
                  <a:chOff x="825191" y="1027478"/>
                  <a:chExt cx="241608" cy="249040"/>
                </a:xfrm>
              </p:grpSpPr>
              <p:cxnSp>
                <p:nvCxnSpPr>
                  <p:cNvPr id="652" name="Straight Connector 651">
                    <a:extLst>
                      <a:ext uri="{FF2B5EF4-FFF2-40B4-BE49-F238E27FC236}">
                        <a16:creationId xmlns:a16="http://schemas.microsoft.com/office/drawing/2014/main" id="{41E7B1C4-322F-7C32-F6E6-65A690B61E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3" name="Straight Connector 652">
                    <a:extLst>
                      <a:ext uri="{FF2B5EF4-FFF2-40B4-BE49-F238E27FC236}">
                        <a16:creationId xmlns:a16="http://schemas.microsoft.com/office/drawing/2014/main" id="{9420A489-61F3-3D24-1CE0-558BDC10E06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66799" y="1027478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651" name="Straight Connector 650">
                  <a:extLst>
                    <a:ext uri="{FF2B5EF4-FFF2-40B4-BE49-F238E27FC236}">
                      <a16:creationId xmlns:a16="http://schemas.microsoft.com/office/drawing/2014/main" id="{B056448D-5839-2625-5050-6D47CDC2EC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00083" y="1028070"/>
                  <a:ext cx="0" cy="24688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81" name="Group 480">
              <a:extLst>
                <a:ext uri="{FF2B5EF4-FFF2-40B4-BE49-F238E27FC236}">
                  <a16:creationId xmlns:a16="http://schemas.microsoft.com/office/drawing/2014/main" id="{A3497A6F-9BC8-4237-9D01-3EF55CF8E00A}"/>
                </a:ext>
              </a:extLst>
            </p:cNvPr>
            <p:cNvGrpSpPr/>
            <p:nvPr/>
          </p:nvGrpSpPr>
          <p:grpSpPr>
            <a:xfrm>
              <a:off x="1236777" y="2590235"/>
              <a:ext cx="6232987" cy="446090"/>
              <a:chOff x="2982256" y="1059767"/>
              <a:chExt cx="6232987" cy="446090"/>
            </a:xfrm>
          </p:grpSpPr>
          <p:sp>
            <p:nvSpPr>
              <p:cNvPr id="602" name="Rectangle 601">
                <a:extLst>
                  <a:ext uri="{FF2B5EF4-FFF2-40B4-BE49-F238E27FC236}">
                    <a16:creationId xmlns:a16="http://schemas.microsoft.com/office/drawing/2014/main" id="{640C1A4C-07E7-DD05-2D1A-7DAAA57F9EFE}"/>
                  </a:ext>
                </a:extLst>
              </p:cNvPr>
              <p:cNvSpPr/>
              <p:nvPr/>
            </p:nvSpPr>
            <p:spPr>
              <a:xfrm>
                <a:off x="6710575" y="1066734"/>
                <a:ext cx="416658" cy="43335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3" name="Rectangle 602">
                <a:extLst>
                  <a:ext uri="{FF2B5EF4-FFF2-40B4-BE49-F238E27FC236}">
                    <a16:creationId xmlns:a16="http://schemas.microsoft.com/office/drawing/2014/main" id="{29DA2884-6A4B-CB1E-99C2-6A7FE96147AC}"/>
                  </a:ext>
                </a:extLst>
              </p:cNvPr>
              <p:cNvSpPr/>
              <p:nvPr/>
            </p:nvSpPr>
            <p:spPr>
              <a:xfrm>
                <a:off x="7122832" y="1074365"/>
                <a:ext cx="425575" cy="416238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4" name="Rectangle 603">
                <a:extLst>
                  <a:ext uri="{FF2B5EF4-FFF2-40B4-BE49-F238E27FC236}">
                    <a16:creationId xmlns:a16="http://schemas.microsoft.com/office/drawing/2014/main" id="{FB4FEAF5-C859-4A22-1935-992EB8D4C99D}"/>
                  </a:ext>
                </a:extLst>
              </p:cNvPr>
              <p:cNvSpPr/>
              <p:nvPr/>
            </p:nvSpPr>
            <p:spPr>
              <a:xfrm>
                <a:off x="7548606" y="1076939"/>
                <a:ext cx="411841" cy="416238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5" name="Rectangle 604">
                <a:extLst>
                  <a:ext uri="{FF2B5EF4-FFF2-40B4-BE49-F238E27FC236}">
                    <a16:creationId xmlns:a16="http://schemas.microsoft.com/office/drawing/2014/main" id="{DEC42EDA-748A-3A89-819D-0E37E59037C3}"/>
                  </a:ext>
                </a:extLst>
              </p:cNvPr>
              <p:cNvSpPr/>
              <p:nvPr/>
            </p:nvSpPr>
            <p:spPr>
              <a:xfrm>
                <a:off x="7963137" y="1077589"/>
                <a:ext cx="419225" cy="416238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6" name="Rectangle 605">
                <a:extLst>
                  <a:ext uri="{FF2B5EF4-FFF2-40B4-BE49-F238E27FC236}">
                    <a16:creationId xmlns:a16="http://schemas.microsoft.com/office/drawing/2014/main" id="{8EDAAE76-4192-0360-4632-73C5E2DCA68F}"/>
                  </a:ext>
                </a:extLst>
              </p:cNvPr>
              <p:cNvSpPr/>
              <p:nvPr/>
            </p:nvSpPr>
            <p:spPr>
              <a:xfrm>
                <a:off x="8382362" y="1077589"/>
                <a:ext cx="415017" cy="416238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7" name="Rectangle 606">
                <a:extLst>
                  <a:ext uri="{FF2B5EF4-FFF2-40B4-BE49-F238E27FC236}">
                    <a16:creationId xmlns:a16="http://schemas.microsoft.com/office/drawing/2014/main" id="{425E920E-BC0C-64A3-A75C-3195BA7B6032}"/>
                  </a:ext>
                </a:extLst>
              </p:cNvPr>
              <p:cNvSpPr/>
              <p:nvPr/>
            </p:nvSpPr>
            <p:spPr>
              <a:xfrm>
                <a:off x="8806313" y="1076883"/>
                <a:ext cx="408930" cy="416238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8" name="Rectangle 607">
                <a:extLst>
                  <a:ext uri="{FF2B5EF4-FFF2-40B4-BE49-F238E27FC236}">
                    <a16:creationId xmlns:a16="http://schemas.microsoft.com/office/drawing/2014/main" id="{4F28EBC6-B139-98CF-4FDF-B666B165C084}"/>
                  </a:ext>
                </a:extLst>
              </p:cNvPr>
              <p:cNvSpPr/>
              <p:nvPr/>
            </p:nvSpPr>
            <p:spPr>
              <a:xfrm>
                <a:off x="2988608" y="1065375"/>
                <a:ext cx="372795" cy="432485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9" name="Rectangle 608">
                <a:extLst>
                  <a:ext uri="{FF2B5EF4-FFF2-40B4-BE49-F238E27FC236}">
                    <a16:creationId xmlns:a16="http://schemas.microsoft.com/office/drawing/2014/main" id="{38E06A84-8298-D9A9-49F0-6016CE0A4A64}"/>
                  </a:ext>
                </a:extLst>
              </p:cNvPr>
              <p:cNvSpPr/>
              <p:nvPr/>
            </p:nvSpPr>
            <p:spPr>
              <a:xfrm>
                <a:off x="3361408" y="1067571"/>
                <a:ext cx="412304" cy="432159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0" name="Rectangle 609">
                <a:extLst>
                  <a:ext uri="{FF2B5EF4-FFF2-40B4-BE49-F238E27FC236}">
                    <a16:creationId xmlns:a16="http://schemas.microsoft.com/office/drawing/2014/main" id="{B36E8A2C-340A-1852-D983-79D61A9D8845}"/>
                  </a:ext>
                </a:extLst>
              </p:cNvPr>
              <p:cNvSpPr/>
              <p:nvPr/>
            </p:nvSpPr>
            <p:spPr>
              <a:xfrm>
                <a:off x="3780349" y="1075366"/>
                <a:ext cx="412354" cy="416238"/>
              </a:xfrm>
              <a:prstGeom prst="rect">
                <a:avLst/>
              </a:prstGeom>
              <a:solidFill>
                <a:srgbClr val="7FBC4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1" name="Rectangle 610">
                <a:extLst>
                  <a:ext uri="{FF2B5EF4-FFF2-40B4-BE49-F238E27FC236}">
                    <a16:creationId xmlns:a16="http://schemas.microsoft.com/office/drawing/2014/main" id="{614CBDC4-70B3-4D58-C6EB-4E80CF20A415}"/>
                  </a:ext>
                </a:extLst>
              </p:cNvPr>
              <p:cNvSpPr/>
              <p:nvPr/>
            </p:nvSpPr>
            <p:spPr>
              <a:xfrm>
                <a:off x="4199340" y="1068860"/>
                <a:ext cx="411972" cy="431519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2" name="Rectangle 611">
                <a:extLst>
                  <a:ext uri="{FF2B5EF4-FFF2-40B4-BE49-F238E27FC236}">
                    <a16:creationId xmlns:a16="http://schemas.microsoft.com/office/drawing/2014/main" id="{9F966A16-B92D-8657-D72C-C17F508C4B5D}"/>
                  </a:ext>
                </a:extLst>
              </p:cNvPr>
              <p:cNvSpPr/>
              <p:nvPr/>
            </p:nvSpPr>
            <p:spPr>
              <a:xfrm>
                <a:off x="4615998" y="1074660"/>
                <a:ext cx="410109" cy="416238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3" name="Rectangle 612">
                <a:extLst>
                  <a:ext uri="{FF2B5EF4-FFF2-40B4-BE49-F238E27FC236}">
                    <a16:creationId xmlns:a16="http://schemas.microsoft.com/office/drawing/2014/main" id="{ACB9E979-23B2-BC9E-C3D3-96DAFAF8CCEC}"/>
                  </a:ext>
                </a:extLst>
              </p:cNvPr>
              <p:cNvSpPr/>
              <p:nvPr/>
            </p:nvSpPr>
            <p:spPr>
              <a:xfrm>
                <a:off x="5029967" y="1077234"/>
                <a:ext cx="400754" cy="41623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14" name="Rectangle 613">
                <a:extLst>
                  <a:ext uri="{FF2B5EF4-FFF2-40B4-BE49-F238E27FC236}">
                    <a16:creationId xmlns:a16="http://schemas.microsoft.com/office/drawing/2014/main" id="{AE2FA427-4080-1B35-F592-94EBC5F23695}"/>
                  </a:ext>
                </a:extLst>
              </p:cNvPr>
              <p:cNvSpPr/>
              <p:nvPr/>
            </p:nvSpPr>
            <p:spPr>
              <a:xfrm>
                <a:off x="5436692" y="1077884"/>
                <a:ext cx="412683" cy="41623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5" name="Rectangle 614">
                <a:extLst>
                  <a:ext uri="{FF2B5EF4-FFF2-40B4-BE49-F238E27FC236}">
                    <a16:creationId xmlns:a16="http://schemas.microsoft.com/office/drawing/2014/main" id="{68AB9922-9624-FDC4-6F08-1E615EE067EF}"/>
                  </a:ext>
                </a:extLst>
              </p:cNvPr>
              <p:cNvSpPr/>
              <p:nvPr/>
            </p:nvSpPr>
            <p:spPr>
              <a:xfrm>
                <a:off x="5849001" y="1077884"/>
                <a:ext cx="412683" cy="416238"/>
              </a:xfrm>
              <a:prstGeom prst="rect">
                <a:avLst/>
              </a:prstGeom>
              <a:solidFill>
                <a:srgbClr val="7FBC4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6" name="Rectangle 615">
                <a:extLst>
                  <a:ext uri="{FF2B5EF4-FFF2-40B4-BE49-F238E27FC236}">
                    <a16:creationId xmlns:a16="http://schemas.microsoft.com/office/drawing/2014/main" id="{DA19EA51-693F-3BE7-6C7E-8A9E87A21455}"/>
                  </a:ext>
                </a:extLst>
              </p:cNvPr>
              <p:cNvSpPr/>
              <p:nvPr/>
            </p:nvSpPr>
            <p:spPr>
              <a:xfrm>
                <a:off x="6268033" y="1077178"/>
                <a:ext cx="436871" cy="416238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17" name="Group 616">
                <a:extLst>
                  <a:ext uri="{FF2B5EF4-FFF2-40B4-BE49-F238E27FC236}">
                    <a16:creationId xmlns:a16="http://schemas.microsoft.com/office/drawing/2014/main" id="{CADD0147-7D29-700B-4B17-246FF7ED63AC}"/>
                  </a:ext>
                </a:extLst>
              </p:cNvPr>
              <p:cNvGrpSpPr/>
              <p:nvPr/>
            </p:nvGrpSpPr>
            <p:grpSpPr>
              <a:xfrm>
                <a:off x="2982256" y="1059767"/>
                <a:ext cx="6223563" cy="446090"/>
                <a:chOff x="690731" y="475448"/>
                <a:chExt cx="3933620" cy="281952"/>
              </a:xfrm>
            </p:grpSpPr>
            <p:sp>
              <p:nvSpPr>
                <p:cNvPr id="618" name="Rectangle 617">
                  <a:extLst>
                    <a:ext uri="{FF2B5EF4-FFF2-40B4-BE49-F238E27FC236}">
                      <a16:creationId xmlns:a16="http://schemas.microsoft.com/office/drawing/2014/main" id="{57598483-2D30-BC1F-8B22-25839F8E444B}"/>
                    </a:ext>
                  </a:extLst>
                </p:cNvPr>
                <p:cNvSpPr/>
                <p:nvPr/>
              </p:nvSpPr>
              <p:spPr>
                <a:xfrm>
                  <a:off x="690731" y="480378"/>
                  <a:ext cx="3931920" cy="27058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9" name="Straight Connector 618">
                  <a:extLst>
                    <a:ext uri="{FF2B5EF4-FFF2-40B4-BE49-F238E27FC236}">
                      <a16:creationId xmlns:a16="http://schemas.microsoft.com/office/drawing/2014/main" id="{98E9158C-BC64-0FFE-B406-947E5EFEEF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6360" y="480378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0" name="Straight Connector 619">
                  <a:extLst>
                    <a:ext uri="{FF2B5EF4-FFF2-40B4-BE49-F238E27FC236}">
                      <a16:creationId xmlns:a16="http://schemas.microsoft.com/office/drawing/2014/main" id="{6A9B9AC0-4EBC-B9AA-5416-F6520F372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1154" y="486049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1" name="Straight Connector 620">
                  <a:extLst>
                    <a:ext uri="{FF2B5EF4-FFF2-40B4-BE49-F238E27FC236}">
                      <a16:creationId xmlns:a16="http://schemas.microsoft.com/office/drawing/2014/main" id="{71DCADF8-A700-C42E-30D6-D40372DFBC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55948" y="478669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2" name="Straight Connector 621">
                  <a:extLst>
                    <a:ext uri="{FF2B5EF4-FFF2-40B4-BE49-F238E27FC236}">
                      <a16:creationId xmlns:a16="http://schemas.microsoft.com/office/drawing/2014/main" id="{8F2EFCBB-ABA1-5A6A-0232-6C934755C2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20742" y="486820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623" name="Group 622">
                  <a:extLst>
                    <a:ext uri="{FF2B5EF4-FFF2-40B4-BE49-F238E27FC236}">
                      <a16:creationId xmlns:a16="http://schemas.microsoft.com/office/drawing/2014/main" id="{8048B6EC-D4EF-9A41-B071-285E360342A4}"/>
                    </a:ext>
                  </a:extLst>
                </p:cNvPr>
                <p:cNvGrpSpPr/>
                <p:nvPr/>
              </p:nvGrpSpPr>
              <p:grpSpPr>
                <a:xfrm>
                  <a:off x="1985536" y="475448"/>
                  <a:ext cx="252573" cy="278731"/>
                  <a:chOff x="825191" y="1029630"/>
                  <a:chExt cx="230457" cy="254325"/>
                </a:xfrm>
              </p:grpSpPr>
              <p:cxnSp>
                <p:nvCxnSpPr>
                  <p:cNvPr id="639" name="Straight Connector 638">
                    <a:extLst>
                      <a:ext uri="{FF2B5EF4-FFF2-40B4-BE49-F238E27FC236}">
                        <a16:creationId xmlns:a16="http://schemas.microsoft.com/office/drawing/2014/main" id="{A04BE7E9-080D-0814-EC32-255A24AF86A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0" name="Straight Connector 639">
                    <a:extLst>
                      <a:ext uri="{FF2B5EF4-FFF2-40B4-BE49-F238E27FC236}">
                        <a16:creationId xmlns:a16="http://schemas.microsoft.com/office/drawing/2014/main" id="{CC18BFEF-435E-475B-8576-E1FF0D6F7D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5648" y="103706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bg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4" name="Group 623">
                  <a:extLst>
                    <a:ext uri="{FF2B5EF4-FFF2-40B4-BE49-F238E27FC236}">
                      <a16:creationId xmlns:a16="http://schemas.microsoft.com/office/drawing/2014/main" id="{8078B7FF-0B9A-EFCD-FC08-82C8C7009C16}"/>
                    </a:ext>
                  </a:extLst>
                </p:cNvPr>
                <p:cNvGrpSpPr/>
                <p:nvPr/>
              </p:nvGrpSpPr>
              <p:grpSpPr>
                <a:xfrm>
                  <a:off x="2502903" y="481243"/>
                  <a:ext cx="264794" cy="271227"/>
                  <a:chOff x="814040" y="1036477"/>
                  <a:chExt cx="241608" cy="247478"/>
                </a:xfrm>
              </p:grpSpPr>
              <p:cxnSp>
                <p:nvCxnSpPr>
                  <p:cNvPr id="637" name="Straight Connector 636">
                    <a:extLst>
                      <a:ext uri="{FF2B5EF4-FFF2-40B4-BE49-F238E27FC236}">
                        <a16:creationId xmlns:a16="http://schemas.microsoft.com/office/drawing/2014/main" id="{C2D94E80-A705-4B0D-C41F-CB9C1BF206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14040" y="103647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38" name="Straight Connector 637">
                    <a:extLst>
                      <a:ext uri="{FF2B5EF4-FFF2-40B4-BE49-F238E27FC236}">
                        <a16:creationId xmlns:a16="http://schemas.microsoft.com/office/drawing/2014/main" id="{0B865D27-B865-4F06-F61F-D9F759A7087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5648" y="103706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25" name="Group 624">
                  <a:extLst>
                    <a:ext uri="{FF2B5EF4-FFF2-40B4-BE49-F238E27FC236}">
                      <a16:creationId xmlns:a16="http://schemas.microsoft.com/office/drawing/2014/main" id="{89FDEC92-CB0B-F469-9DAB-DDD74F089966}"/>
                    </a:ext>
                  </a:extLst>
                </p:cNvPr>
                <p:cNvGrpSpPr/>
                <p:nvPr/>
              </p:nvGrpSpPr>
              <p:grpSpPr>
                <a:xfrm>
                  <a:off x="3044711" y="481196"/>
                  <a:ext cx="794382" cy="276201"/>
                  <a:chOff x="825191" y="1022942"/>
                  <a:chExt cx="724824" cy="252016"/>
                </a:xfrm>
              </p:grpSpPr>
              <p:grpSp>
                <p:nvGrpSpPr>
                  <p:cNvPr id="631" name="Group 630">
                    <a:extLst>
                      <a:ext uri="{FF2B5EF4-FFF2-40B4-BE49-F238E27FC236}">
                        <a16:creationId xmlns:a16="http://schemas.microsoft.com/office/drawing/2014/main" id="{DBBCB898-F13C-A95D-0BCF-796AA4853E4D}"/>
                      </a:ext>
                    </a:extLst>
                  </p:cNvPr>
                  <p:cNvGrpSpPr/>
                  <p:nvPr/>
                </p:nvGrpSpPr>
                <p:grpSpPr>
                  <a:xfrm>
                    <a:off x="825191" y="1022942"/>
                    <a:ext cx="241608" cy="249050"/>
                    <a:chOff x="825191" y="1022942"/>
                    <a:chExt cx="241608" cy="249050"/>
                  </a:xfrm>
                </p:grpSpPr>
                <p:cxnSp>
                  <p:nvCxnSpPr>
                    <p:cNvPr id="635" name="Straight Connector 634">
                      <a:extLst>
                        <a:ext uri="{FF2B5EF4-FFF2-40B4-BE49-F238E27FC236}">
                          <a16:creationId xmlns:a16="http://schemas.microsoft.com/office/drawing/2014/main" id="{A7455DEF-9AC3-2D1B-4F46-D3AD8153B40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5104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36" name="Straight Connector 635">
                      <a:extLst>
                        <a:ext uri="{FF2B5EF4-FFF2-40B4-BE49-F238E27FC236}">
                          <a16:creationId xmlns:a16="http://schemas.microsoft.com/office/drawing/2014/main" id="{AB6D143F-0890-B19A-8353-DCACC9534C4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2942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632" name="Group 631">
                    <a:extLst>
                      <a:ext uri="{FF2B5EF4-FFF2-40B4-BE49-F238E27FC236}">
                        <a16:creationId xmlns:a16="http://schemas.microsoft.com/office/drawing/2014/main" id="{64333E53-899D-9062-E237-3A4FD4CF58AE}"/>
                      </a:ext>
                    </a:extLst>
                  </p:cNvPr>
                  <p:cNvGrpSpPr/>
                  <p:nvPr/>
                </p:nvGrpSpPr>
                <p:grpSpPr>
                  <a:xfrm>
                    <a:off x="1308407" y="1023385"/>
                    <a:ext cx="241608" cy="251573"/>
                    <a:chOff x="825191" y="1024945"/>
                    <a:chExt cx="241608" cy="251573"/>
                  </a:xfrm>
                </p:grpSpPr>
                <p:cxnSp>
                  <p:nvCxnSpPr>
                    <p:cNvPr id="633" name="Straight Connector 632">
                      <a:extLst>
                        <a:ext uri="{FF2B5EF4-FFF2-40B4-BE49-F238E27FC236}">
                          <a16:creationId xmlns:a16="http://schemas.microsoft.com/office/drawing/2014/main" id="{C7310560-B46B-9300-6CBD-85011F3460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34" name="Straight Connector 633">
                      <a:extLst>
                        <a:ext uri="{FF2B5EF4-FFF2-40B4-BE49-F238E27FC236}">
                          <a16:creationId xmlns:a16="http://schemas.microsoft.com/office/drawing/2014/main" id="{512B4F59-1844-66F0-E19D-9EDAB21170E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4945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626" name="Group 625">
                  <a:extLst>
                    <a:ext uri="{FF2B5EF4-FFF2-40B4-BE49-F238E27FC236}">
                      <a16:creationId xmlns:a16="http://schemas.microsoft.com/office/drawing/2014/main" id="{882C98C5-91AA-3336-D818-2DA0D647CD92}"/>
                    </a:ext>
                  </a:extLst>
                </p:cNvPr>
                <p:cNvGrpSpPr/>
                <p:nvPr/>
              </p:nvGrpSpPr>
              <p:grpSpPr>
                <a:xfrm>
                  <a:off x="4103886" y="481235"/>
                  <a:ext cx="520465" cy="272939"/>
                  <a:chOff x="825191" y="1027478"/>
                  <a:chExt cx="474892" cy="249040"/>
                </a:xfrm>
              </p:grpSpPr>
              <p:grpSp>
                <p:nvGrpSpPr>
                  <p:cNvPr id="627" name="Group 626">
                    <a:extLst>
                      <a:ext uri="{FF2B5EF4-FFF2-40B4-BE49-F238E27FC236}">
                        <a16:creationId xmlns:a16="http://schemas.microsoft.com/office/drawing/2014/main" id="{9261727F-C9A8-1CAF-C892-1FF9387C2237}"/>
                      </a:ext>
                    </a:extLst>
                  </p:cNvPr>
                  <p:cNvGrpSpPr/>
                  <p:nvPr/>
                </p:nvGrpSpPr>
                <p:grpSpPr>
                  <a:xfrm>
                    <a:off x="825191" y="1027478"/>
                    <a:ext cx="241608" cy="249040"/>
                    <a:chOff x="825191" y="1027478"/>
                    <a:chExt cx="241608" cy="249040"/>
                  </a:xfrm>
                </p:grpSpPr>
                <p:cxnSp>
                  <p:nvCxnSpPr>
                    <p:cNvPr id="629" name="Straight Connector 628">
                      <a:extLst>
                        <a:ext uri="{FF2B5EF4-FFF2-40B4-BE49-F238E27FC236}">
                          <a16:creationId xmlns:a16="http://schemas.microsoft.com/office/drawing/2014/main" id="{68EA2FBC-A97F-F1FF-77CF-74F8491848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30" name="Straight Connector 629">
                      <a:extLst>
                        <a:ext uri="{FF2B5EF4-FFF2-40B4-BE49-F238E27FC236}">
                          <a16:creationId xmlns:a16="http://schemas.microsoft.com/office/drawing/2014/main" id="{CBE4327C-A3D4-1954-C889-4A38211F3D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7478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628" name="Straight Connector 627">
                    <a:extLst>
                      <a:ext uri="{FF2B5EF4-FFF2-40B4-BE49-F238E27FC236}">
                        <a16:creationId xmlns:a16="http://schemas.microsoft.com/office/drawing/2014/main" id="{B83575D4-B7DD-BA67-0E90-E65876B39E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00083" y="1028070"/>
                    <a:ext cx="0" cy="246887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482" name="Rectangle 481">
              <a:extLst>
                <a:ext uri="{FF2B5EF4-FFF2-40B4-BE49-F238E27FC236}">
                  <a16:creationId xmlns:a16="http://schemas.microsoft.com/office/drawing/2014/main" id="{24F26332-BFAD-5BEF-873E-EE099FD517A6}"/>
                </a:ext>
              </a:extLst>
            </p:cNvPr>
            <p:cNvSpPr/>
            <p:nvPr/>
          </p:nvSpPr>
          <p:spPr>
            <a:xfrm>
              <a:off x="3126170" y="2191004"/>
              <a:ext cx="331644" cy="331644"/>
            </a:xfrm>
            <a:prstGeom prst="rect">
              <a:avLst/>
            </a:prstGeom>
            <a:solidFill>
              <a:srgbClr val="DE77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1</a:t>
              </a:r>
            </a:p>
          </p:txBody>
        </p:sp>
        <p:grpSp>
          <p:nvGrpSpPr>
            <p:cNvPr id="483" name="Group 482">
              <a:extLst>
                <a:ext uri="{FF2B5EF4-FFF2-40B4-BE49-F238E27FC236}">
                  <a16:creationId xmlns:a16="http://schemas.microsoft.com/office/drawing/2014/main" id="{0FBAFE60-8B12-8E02-061D-D1B8B7EC5FB8}"/>
                </a:ext>
              </a:extLst>
            </p:cNvPr>
            <p:cNvGrpSpPr/>
            <p:nvPr/>
          </p:nvGrpSpPr>
          <p:grpSpPr>
            <a:xfrm>
              <a:off x="1236777" y="4122559"/>
              <a:ext cx="6223563" cy="441918"/>
              <a:chOff x="2982256" y="1063939"/>
              <a:chExt cx="6223563" cy="441918"/>
            </a:xfrm>
          </p:grpSpPr>
          <p:sp>
            <p:nvSpPr>
              <p:cNvPr id="563" name="Rectangle 562">
                <a:extLst>
                  <a:ext uri="{FF2B5EF4-FFF2-40B4-BE49-F238E27FC236}">
                    <a16:creationId xmlns:a16="http://schemas.microsoft.com/office/drawing/2014/main" id="{A1560980-3DAB-3EC5-EF26-31722A43076E}"/>
                  </a:ext>
                </a:extLst>
              </p:cNvPr>
              <p:cNvSpPr/>
              <p:nvPr/>
            </p:nvSpPr>
            <p:spPr>
              <a:xfrm>
                <a:off x="6710575" y="1063939"/>
                <a:ext cx="425574" cy="436146"/>
              </a:xfrm>
              <a:prstGeom prst="rect">
                <a:avLst/>
              </a:prstGeom>
              <a:solidFill>
                <a:srgbClr val="5CCAC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4" name="Rectangle 563">
                <a:extLst>
                  <a:ext uri="{FF2B5EF4-FFF2-40B4-BE49-F238E27FC236}">
                    <a16:creationId xmlns:a16="http://schemas.microsoft.com/office/drawing/2014/main" id="{701CDAF9-BCBC-6EA9-5D4A-089B43185E73}"/>
                  </a:ext>
                </a:extLst>
              </p:cNvPr>
              <p:cNvSpPr/>
              <p:nvPr/>
            </p:nvSpPr>
            <p:spPr>
              <a:xfrm>
                <a:off x="7129182" y="1074365"/>
                <a:ext cx="419225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5" name="Rectangle 564">
                <a:extLst>
                  <a:ext uri="{FF2B5EF4-FFF2-40B4-BE49-F238E27FC236}">
                    <a16:creationId xmlns:a16="http://schemas.microsoft.com/office/drawing/2014/main" id="{9FC284AC-1239-2058-3670-A7C8CB399D01}"/>
                  </a:ext>
                </a:extLst>
              </p:cNvPr>
              <p:cNvSpPr/>
              <p:nvPr/>
            </p:nvSpPr>
            <p:spPr>
              <a:xfrm>
                <a:off x="7548606" y="1076939"/>
                <a:ext cx="409811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6" name="Rectangle 565">
                <a:extLst>
                  <a:ext uri="{FF2B5EF4-FFF2-40B4-BE49-F238E27FC236}">
                    <a16:creationId xmlns:a16="http://schemas.microsoft.com/office/drawing/2014/main" id="{44EA29A1-E5C7-A451-1B58-2F45905E6DD2}"/>
                  </a:ext>
                </a:extLst>
              </p:cNvPr>
              <p:cNvSpPr/>
              <p:nvPr/>
            </p:nvSpPr>
            <p:spPr>
              <a:xfrm>
                <a:off x="7963137" y="1077589"/>
                <a:ext cx="419225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7" name="Rectangle 566">
                <a:extLst>
                  <a:ext uri="{FF2B5EF4-FFF2-40B4-BE49-F238E27FC236}">
                    <a16:creationId xmlns:a16="http://schemas.microsoft.com/office/drawing/2014/main" id="{821499DD-EE97-66D0-E534-803F1AD7B2C9}"/>
                  </a:ext>
                </a:extLst>
              </p:cNvPr>
              <p:cNvSpPr/>
              <p:nvPr/>
            </p:nvSpPr>
            <p:spPr>
              <a:xfrm>
                <a:off x="8382362" y="1077589"/>
                <a:ext cx="415017" cy="4162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8" name="Rectangle 567">
                <a:extLst>
                  <a:ext uri="{FF2B5EF4-FFF2-40B4-BE49-F238E27FC236}">
                    <a16:creationId xmlns:a16="http://schemas.microsoft.com/office/drawing/2014/main" id="{1C81DBA8-A89C-1B1D-DC28-94FA15D536D6}"/>
                  </a:ext>
                </a:extLst>
              </p:cNvPr>
              <p:cNvSpPr/>
              <p:nvPr/>
            </p:nvSpPr>
            <p:spPr>
              <a:xfrm>
                <a:off x="8806313" y="1076883"/>
                <a:ext cx="399506" cy="4162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69" name="Rectangle 568">
                <a:extLst>
                  <a:ext uri="{FF2B5EF4-FFF2-40B4-BE49-F238E27FC236}">
                    <a16:creationId xmlns:a16="http://schemas.microsoft.com/office/drawing/2014/main" id="{1F30614D-37C7-3EA4-B843-C49EFDC55B24}"/>
                  </a:ext>
                </a:extLst>
              </p:cNvPr>
              <p:cNvSpPr/>
              <p:nvPr/>
            </p:nvSpPr>
            <p:spPr>
              <a:xfrm>
                <a:off x="2988608" y="1065643"/>
                <a:ext cx="372795" cy="432217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0" name="Rectangle 569">
                <a:extLst>
                  <a:ext uri="{FF2B5EF4-FFF2-40B4-BE49-F238E27FC236}">
                    <a16:creationId xmlns:a16="http://schemas.microsoft.com/office/drawing/2014/main" id="{BACDE18F-0A6D-0B34-1363-83D1B27F1762}"/>
                  </a:ext>
                </a:extLst>
              </p:cNvPr>
              <p:cNvSpPr/>
              <p:nvPr/>
            </p:nvSpPr>
            <p:spPr>
              <a:xfrm>
                <a:off x="3361408" y="1065175"/>
                <a:ext cx="412304" cy="4345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1" name="Rectangle 570">
                <a:extLst>
                  <a:ext uri="{FF2B5EF4-FFF2-40B4-BE49-F238E27FC236}">
                    <a16:creationId xmlns:a16="http://schemas.microsoft.com/office/drawing/2014/main" id="{E7B8AEF1-2CBF-3281-BC70-AEA3C2E60F7E}"/>
                  </a:ext>
                </a:extLst>
              </p:cNvPr>
              <p:cNvSpPr/>
              <p:nvPr/>
            </p:nvSpPr>
            <p:spPr>
              <a:xfrm>
                <a:off x="3780349" y="1075366"/>
                <a:ext cx="412354" cy="416238"/>
              </a:xfrm>
              <a:prstGeom prst="rect">
                <a:avLst/>
              </a:prstGeom>
              <a:solidFill>
                <a:srgbClr val="2166A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2" name="Rectangle 571">
                <a:extLst>
                  <a:ext uri="{FF2B5EF4-FFF2-40B4-BE49-F238E27FC236}">
                    <a16:creationId xmlns:a16="http://schemas.microsoft.com/office/drawing/2014/main" id="{CF49DDDE-B7AB-A0EB-F6B1-F464FB8B8609}"/>
                  </a:ext>
                </a:extLst>
              </p:cNvPr>
              <p:cNvSpPr/>
              <p:nvPr/>
            </p:nvSpPr>
            <p:spPr>
              <a:xfrm>
                <a:off x="4199340" y="1077589"/>
                <a:ext cx="580409" cy="422791"/>
              </a:xfrm>
              <a:prstGeom prst="rect">
                <a:avLst/>
              </a:prstGeom>
              <a:solidFill>
                <a:srgbClr val="5CCAC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3" name="Rectangle 572">
                <a:extLst>
                  <a:ext uri="{FF2B5EF4-FFF2-40B4-BE49-F238E27FC236}">
                    <a16:creationId xmlns:a16="http://schemas.microsoft.com/office/drawing/2014/main" id="{5869B7A9-8832-4A66-D2C2-8D381B1BB17D}"/>
                  </a:ext>
                </a:extLst>
              </p:cNvPr>
              <p:cNvSpPr/>
              <p:nvPr/>
            </p:nvSpPr>
            <p:spPr>
              <a:xfrm>
                <a:off x="4624490" y="1074660"/>
                <a:ext cx="318045" cy="4162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4" name="Rectangle 573">
                <a:extLst>
                  <a:ext uri="{FF2B5EF4-FFF2-40B4-BE49-F238E27FC236}">
                    <a16:creationId xmlns:a16="http://schemas.microsoft.com/office/drawing/2014/main" id="{4D18F25C-4343-B0AD-D3B9-914E8213D8FF}"/>
                  </a:ext>
                </a:extLst>
              </p:cNvPr>
              <p:cNvSpPr/>
              <p:nvPr/>
            </p:nvSpPr>
            <p:spPr>
              <a:xfrm>
                <a:off x="5028921" y="1077234"/>
                <a:ext cx="412686" cy="416238"/>
              </a:xfrm>
              <a:prstGeom prst="rect">
                <a:avLst/>
              </a:prstGeom>
              <a:solidFill>
                <a:srgbClr val="5CCAC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5" name="Rectangle 574">
                <a:extLst>
                  <a:ext uri="{FF2B5EF4-FFF2-40B4-BE49-F238E27FC236}">
                    <a16:creationId xmlns:a16="http://schemas.microsoft.com/office/drawing/2014/main" id="{5E445019-FBD1-9154-45AB-6BE636F75223}"/>
                  </a:ext>
                </a:extLst>
              </p:cNvPr>
              <p:cNvSpPr/>
              <p:nvPr/>
            </p:nvSpPr>
            <p:spPr>
              <a:xfrm>
                <a:off x="5436692" y="1072417"/>
                <a:ext cx="412683" cy="427313"/>
              </a:xfrm>
              <a:prstGeom prst="rect">
                <a:avLst/>
              </a:prstGeom>
              <a:solidFill>
                <a:srgbClr val="5CCAC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6" name="Rectangle 575">
                <a:extLst>
                  <a:ext uri="{FF2B5EF4-FFF2-40B4-BE49-F238E27FC236}">
                    <a16:creationId xmlns:a16="http://schemas.microsoft.com/office/drawing/2014/main" id="{38852E78-5BC7-2754-CEEB-509B7D2F4BD2}"/>
                  </a:ext>
                </a:extLst>
              </p:cNvPr>
              <p:cNvSpPr/>
              <p:nvPr/>
            </p:nvSpPr>
            <p:spPr>
              <a:xfrm>
                <a:off x="5849001" y="1077884"/>
                <a:ext cx="412683" cy="4162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7" name="Rectangle 576">
                <a:extLst>
                  <a:ext uri="{FF2B5EF4-FFF2-40B4-BE49-F238E27FC236}">
                    <a16:creationId xmlns:a16="http://schemas.microsoft.com/office/drawing/2014/main" id="{B3C9F05E-F511-0644-FA56-786E4A11BC00}"/>
                  </a:ext>
                </a:extLst>
              </p:cNvPr>
              <p:cNvSpPr/>
              <p:nvPr/>
            </p:nvSpPr>
            <p:spPr>
              <a:xfrm>
                <a:off x="6268033" y="1077178"/>
                <a:ext cx="436871" cy="416238"/>
              </a:xfrm>
              <a:prstGeom prst="rect">
                <a:avLst/>
              </a:prstGeom>
              <a:solidFill>
                <a:srgbClr val="2166A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78" name="Group 577">
                <a:extLst>
                  <a:ext uri="{FF2B5EF4-FFF2-40B4-BE49-F238E27FC236}">
                    <a16:creationId xmlns:a16="http://schemas.microsoft.com/office/drawing/2014/main" id="{419A7512-397E-BA47-59FC-872BAA92A74A}"/>
                  </a:ext>
                </a:extLst>
              </p:cNvPr>
              <p:cNvGrpSpPr/>
              <p:nvPr/>
            </p:nvGrpSpPr>
            <p:grpSpPr>
              <a:xfrm>
                <a:off x="2982256" y="1064863"/>
                <a:ext cx="6223563" cy="440994"/>
                <a:chOff x="690731" y="478669"/>
                <a:chExt cx="3933620" cy="278731"/>
              </a:xfrm>
            </p:grpSpPr>
            <p:sp>
              <p:nvSpPr>
                <p:cNvPr id="579" name="Rectangle 578">
                  <a:extLst>
                    <a:ext uri="{FF2B5EF4-FFF2-40B4-BE49-F238E27FC236}">
                      <a16:creationId xmlns:a16="http://schemas.microsoft.com/office/drawing/2014/main" id="{BF351534-8188-01E1-0F59-8651EE3291B0}"/>
                    </a:ext>
                  </a:extLst>
                </p:cNvPr>
                <p:cNvSpPr/>
                <p:nvPr/>
              </p:nvSpPr>
              <p:spPr>
                <a:xfrm>
                  <a:off x="690731" y="480378"/>
                  <a:ext cx="3931920" cy="27058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80" name="Straight Connector 579">
                  <a:extLst>
                    <a:ext uri="{FF2B5EF4-FFF2-40B4-BE49-F238E27FC236}">
                      <a16:creationId xmlns:a16="http://schemas.microsoft.com/office/drawing/2014/main" id="{1ED954B8-FD3F-8503-5FFB-D52EF6A84A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6360" y="480378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1" name="Straight Connector 580">
                  <a:extLst>
                    <a:ext uri="{FF2B5EF4-FFF2-40B4-BE49-F238E27FC236}">
                      <a16:creationId xmlns:a16="http://schemas.microsoft.com/office/drawing/2014/main" id="{2240A234-DB38-D1CF-FDE9-8E54189E44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1154" y="486049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2" name="Straight Connector 581">
                  <a:extLst>
                    <a:ext uri="{FF2B5EF4-FFF2-40B4-BE49-F238E27FC236}">
                      <a16:creationId xmlns:a16="http://schemas.microsoft.com/office/drawing/2014/main" id="{1973D0A2-9684-9659-C264-0C73D86EBE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55948" y="478669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3" name="Straight Connector 582">
                  <a:extLst>
                    <a:ext uri="{FF2B5EF4-FFF2-40B4-BE49-F238E27FC236}">
                      <a16:creationId xmlns:a16="http://schemas.microsoft.com/office/drawing/2014/main" id="{3EFE7A3A-7526-50EE-1F3D-C2D446D851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20742" y="486820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584" name="Group 583">
                  <a:extLst>
                    <a:ext uri="{FF2B5EF4-FFF2-40B4-BE49-F238E27FC236}">
                      <a16:creationId xmlns:a16="http://schemas.microsoft.com/office/drawing/2014/main" id="{048D8787-3833-EA94-1C3F-014C4158A5DC}"/>
                    </a:ext>
                  </a:extLst>
                </p:cNvPr>
                <p:cNvGrpSpPr/>
                <p:nvPr/>
              </p:nvGrpSpPr>
              <p:grpSpPr>
                <a:xfrm>
                  <a:off x="1985536" y="482671"/>
                  <a:ext cx="252573" cy="271506"/>
                  <a:chOff x="825191" y="1036222"/>
                  <a:chExt cx="230457" cy="247733"/>
                </a:xfrm>
              </p:grpSpPr>
              <p:cxnSp>
                <p:nvCxnSpPr>
                  <p:cNvPr id="600" name="Straight Connector 599">
                    <a:extLst>
                      <a:ext uri="{FF2B5EF4-FFF2-40B4-BE49-F238E27FC236}">
                        <a16:creationId xmlns:a16="http://schemas.microsoft.com/office/drawing/2014/main" id="{29B4E1CE-1739-8756-7AA6-8943EC7B9C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36222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1" name="Straight Connector 600">
                    <a:extLst>
                      <a:ext uri="{FF2B5EF4-FFF2-40B4-BE49-F238E27FC236}">
                        <a16:creationId xmlns:a16="http://schemas.microsoft.com/office/drawing/2014/main" id="{C954A381-C4C8-096A-A969-DF720D2552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5648" y="103706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5" name="Group 584">
                  <a:extLst>
                    <a:ext uri="{FF2B5EF4-FFF2-40B4-BE49-F238E27FC236}">
                      <a16:creationId xmlns:a16="http://schemas.microsoft.com/office/drawing/2014/main" id="{0427B62E-4631-0A0D-A98A-5D2EEEC0959F}"/>
                    </a:ext>
                  </a:extLst>
                </p:cNvPr>
                <p:cNvGrpSpPr/>
                <p:nvPr/>
              </p:nvGrpSpPr>
              <p:grpSpPr>
                <a:xfrm>
                  <a:off x="2502903" y="481764"/>
                  <a:ext cx="264794" cy="270704"/>
                  <a:chOff x="814040" y="1036954"/>
                  <a:chExt cx="241608" cy="247001"/>
                </a:xfrm>
              </p:grpSpPr>
              <p:cxnSp>
                <p:nvCxnSpPr>
                  <p:cNvPr id="598" name="Straight Connector 597">
                    <a:extLst>
                      <a:ext uri="{FF2B5EF4-FFF2-40B4-BE49-F238E27FC236}">
                        <a16:creationId xmlns:a16="http://schemas.microsoft.com/office/drawing/2014/main" id="{1E5D5750-D279-A6DE-67B9-AE488BE548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14040" y="1036954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9" name="Straight Connector 598">
                    <a:extLst>
                      <a:ext uri="{FF2B5EF4-FFF2-40B4-BE49-F238E27FC236}">
                        <a16:creationId xmlns:a16="http://schemas.microsoft.com/office/drawing/2014/main" id="{3C2226ED-9486-2C08-C4AB-CBAC9B5B04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5648" y="103706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6" name="Group 585">
                  <a:extLst>
                    <a:ext uri="{FF2B5EF4-FFF2-40B4-BE49-F238E27FC236}">
                      <a16:creationId xmlns:a16="http://schemas.microsoft.com/office/drawing/2014/main" id="{811C6C6D-4F5B-C8E9-31DA-B685025E4C36}"/>
                    </a:ext>
                  </a:extLst>
                </p:cNvPr>
                <p:cNvGrpSpPr/>
                <p:nvPr/>
              </p:nvGrpSpPr>
              <p:grpSpPr>
                <a:xfrm>
                  <a:off x="3044711" y="481680"/>
                  <a:ext cx="794382" cy="275715"/>
                  <a:chOff x="825191" y="1023385"/>
                  <a:chExt cx="724824" cy="251573"/>
                </a:xfrm>
              </p:grpSpPr>
              <p:grpSp>
                <p:nvGrpSpPr>
                  <p:cNvPr id="592" name="Group 591">
                    <a:extLst>
                      <a:ext uri="{FF2B5EF4-FFF2-40B4-BE49-F238E27FC236}">
                        <a16:creationId xmlns:a16="http://schemas.microsoft.com/office/drawing/2014/main" id="{3A0600D4-28A0-CB0D-7E13-BF4D25D2C3E4}"/>
                      </a:ext>
                    </a:extLst>
                  </p:cNvPr>
                  <p:cNvGrpSpPr/>
                  <p:nvPr/>
                </p:nvGrpSpPr>
                <p:grpSpPr>
                  <a:xfrm>
                    <a:off x="825191" y="1025104"/>
                    <a:ext cx="241608" cy="246999"/>
                    <a:chOff x="825191" y="1025104"/>
                    <a:chExt cx="241608" cy="246999"/>
                  </a:xfrm>
                </p:grpSpPr>
                <p:cxnSp>
                  <p:nvCxnSpPr>
                    <p:cNvPr id="596" name="Straight Connector 595">
                      <a:extLst>
                        <a:ext uri="{FF2B5EF4-FFF2-40B4-BE49-F238E27FC236}">
                          <a16:creationId xmlns:a16="http://schemas.microsoft.com/office/drawing/2014/main" id="{332BBECE-2D9B-E537-8970-240637B735A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5104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7" name="Straight Connector 596">
                      <a:extLst>
                        <a:ext uri="{FF2B5EF4-FFF2-40B4-BE49-F238E27FC236}">
                          <a16:creationId xmlns:a16="http://schemas.microsoft.com/office/drawing/2014/main" id="{D6855E41-EAA0-4AA4-FDF9-6314BF946B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5215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593" name="Group 592">
                    <a:extLst>
                      <a:ext uri="{FF2B5EF4-FFF2-40B4-BE49-F238E27FC236}">
                        <a16:creationId xmlns:a16="http://schemas.microsoft.com/office/drawing/2014/main" id="{2FC97B1A-077E-B51E-B465-CC54010E8CE3}"/>
                      </a:ext>
                    </a:extLst>
                  </p:cNvPr>
                  <p:cNvGrpSpPr/>
                  <p:nvPr/>
                </p:nvGrpSpPr>
                <p:grpSpPr>
                  <a:xfrm>
                    <a:off x="1308407" y="1023385"/>
                    <a:ext cx="241608" cy="251573"/>
                    <a:chOff x="825191" y="1024945"/>
                    <a:chExt cx="241608" cy="251573"/>
                  </a:xfrm>
                </p:grpSpPr>
                <p:cxnSp>
                  <p:nvCxnSpPr>
                    <p:cNvPr id="594" name="Straight Connector 593">
                      <a:extLst>
                        <a:ext uri="{FF2B5EF4-FFF2-40B4-BE49-F238E27FC236}">
                          <a16:creationId xmlns:a16="http://schemas.microsoft.com/office/drawing/2014/main" id="{BBB1D733-C931-D1A1-6E75-6A97446D59C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5" name="Straight Connector 594">
                      <a:extLst>
                        <a:ext uri="{FF2B5EF4-FFF2-40B4-BE49-F238E27FC236}">
                          <a16:creationId xmlns:a16="http://schemas.microsoft.com/office/drawing/2014/main" id="{08B4993D-CF6B-7FE7-882C-5C191D30025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4945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587" name="Group 586">
                  <a:extLst>
                    <a:ext uri="{FF2B5EF4-FFF2-40B4-BE49-F238E27FC236}">
                      <a16:creationId xmlns:a16="http://schemas.microsoft.com/office/drawing/2014/main" id="{79D8497C-7AB8-82DC-E687-F47BBDB29582}"/>
                    </a:ext>
                  </a:extLst>
                </p:cNvPr>
                <p:cNvGrpSpPr/>
                <p:nvPr/>
              </p:nvGrpSpPr>
              <p:grpSpPr>
                <a:xfrm>
                  <a:off x="4103886" y="481235"/>
                  <a:ext cx="520465" cy="272939"/>
                  <a:chOff x="825191" y="1027478"/>
                  <a:chExt cx="474892" cy="249040"/>
                </a:xfrm>
              </p:grpSpPr>
              <p:grpSp>
                <p:nvGrpSpPr>
                  <p:cNvPr id="588" name="Group 587">
                    <a:extLst>
                      <a:ext uri="{FF2B5EF4-FFF2-40B4-BE49-F238E27FC236}">
                        <a16:creationId xmlns:a16="http://schemas.microsoft.com/office/drawing/2014/main" id="{59C6EC9F-8F48-AC1F-64C4-E5C02F626FEE}"/>
                      </a:ext>
                    </a:extLst>
                  </p:cNvPr>
                  <p:cNvGrpSpPr/>
                  <p:nvPr/>
                </p:nvGrpSpPr>
                <p:grpSpPr>
                  <a:xfrm>
                    <a:off x="825191" y="1027478"/>
                    <a:ext cx="241608" cy="249040"/>
                    <a:chOff x="825191" y="1027478"/>
                    <a:chExt cx="241608" cy="249040"/>
                  </a:xfrm>
                </p:grpSpPr>
                <p:cxnSp>
                  <p:nvCxnSpPr>
                    <p:cNvPr id="590" name="Straight Connector 589">
                      <a:extLst>
                        <a:ext uri="{FF2B5EF4-FFF2-40B4-BE49-F238E27FC236}">
                          <a16:creationId xmlns:a16="http://schemas.microsoft.com/office/drawing/2014/main" id="{1AB87D17-8E4B-B9A4-3726-C1A3FE6C182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1" name="Straight Connector 590">
                      <a:extLst>
                        <a:ext uri="{FF2B5EF4-FFF2-40B4-BE49-F238E27FC236}">
                          <a16:creationId xmlns:a16="http://schemas.microsoft.com/office/drawing/2014/main" id="{CAA56ECD-5705-C66F-261A-55A923C728D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7478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589" name="Straight Connector 588">
                    <a:extLst>
                      <a:ext uri="{FF2B5EF4-FFF2-40B4-BE49-F238E27FC236}">
                        <a16:creationId xmlns:a16="http://schemas.microsoft.com/office/drawing/2014/main" id="{C2CB1FE4-9048-9CEC-53DE-328740F649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00083" y="1028070"/>
                    <a:ext cx="0" cy="246887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484" name="Group 483">
              <a:extLst>
                <a:ext uri="{FF2B5EF4-FFF2-40B4-BE49-F238E27FC236}">
                  <a16:creationId xmlns:a16="http://schemas.microsoft.com/office/drawing/2014/main" id="{E7C779B3-CB72-D7DF-CDBB-42776778C186}"/>
                </a:ext>
              </a:extLst>
            </p:cNvPr>
            <p:cNvGrpSpPr/>
            <p:nvPr/>
          </p:nvGrpSpPr>
          <p:grpSpPr>
            <a:xfrm>
              <a:off x="1225241" y="6364014"/>
              <a:ext cx="6223563" cy="911115"/>
              <a:chOff x="2970720" y="3789541"/>
              <a:chExt cx="6223563" cy="911115"/>
            </a:xfrm>
          </p:grpSpPr>
          <p:grpSp>
            <p:nvGrpSpPr>
              <p:cNvPr id="520" name="Group 519">
                <a:extLst>
                  <a:ext uri="{FF2B5EF4-FFF2-40B4-BE49-F238E27FC236}">
                    <a16:creationId xmlns:a16="http://schemas.microsoft.com/office/drawing/2014/main" id="{61268A1E-B5D7-A6CE-1C82-2593962745E4}"/>
                  </a:ext>
                </a:extLst>
              </p:cNvPr>
              <p:cNvGrpSpPr/>
              <p:nvPr/>
            </p:nvGrpSpPr>
            <p:grpSpPr>
              <a:xfrm>
                <a:off x="2970720" y="3789541"/>
                <a:ext cx="6223563" cy="448795"/>
                <a:chOff x="2982256" y="1057061"/>
                <a:chExt cx="6223563" cy="448795"/>
              </a:xfrm>
            </p:grpSpPr>
            <p:sp>
              <p:nvSpPr>
                <p:cNvPr id="524" name="Rectangle 523">
                  <a:extLst>
                    <a:ext uri="{FF2B5EF4-FFF2-40B4-BE49-F238E27FC236}">
                      <a16:creationId xmlns:a16="http://schemas.microsoft.com/office/drawing/2014/main" id="{1EAA7075-76A7-CEDC-1A7A-F63A49BFA9F9}"/>
                    </a:ext>
                  </a:extLst>
                </p:cNvPr>
                <p:cNvSpPr/>
                <p:nvPr/>
              </p:nvSpPr>
              <p:spPr>
                <a:xfrm>
                  <a:off x="6710575" y="1083847"/>
                  <a:ext cx="416658" cy="416238"/>
                </a:xfrm>
                <a:prstGeom prst="rect">
                  <a:avLst/>
                </a:prstGeom>
                <a:pattFill prst="dkDn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5" name="Rectangle 524">
                  <a:extLst>
                    <a:ext uri="{FF2B5EF4-FFF2-40B4-BE49-F238E27FC236}">
                      <a16:creationId xmlns:a16="http://schemas.microsoft.com/office/drawing/2014/main" id="{F962146A-FC78-3662-01F2-F0358C30E280}"/>
                    </a:ext>
                  </a:extLst>
                </p:cNvPr>
                <p:cNvSpPr/>
                <p:nvPr/>
              </p:nvSpPr>
              <p:spPr>
                <a:xfrm>
                  <a:off x="7122832" y="1074365"/>
                  <a:ext cx="425575" cy="416238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6" name="Rectangle 525">
                  <a:extLst>
                    <a:ext uri="{FF2B5EF4-FFF2-40B4-BE49-F238E27FC236}">
                      <a16:creationId xmlns:a16="http://schemas.microsoft.com/office/drawing/2014/main" id="{7E78A71E-03D7-AA57-81E8-1E390D0A1E6A}"/>
                    </a:ext>
                  </a:extLst>
                </p:cNvPr>
                <p:cNvSpPr/>
                <p:nvPr/>
              </p:nvSpPr>
              <p:spPr>
                <a:xfrm>
                  <a:off x="7548606" y="1076939"/>
                  <a:ext cx="409811" cy="416238"/>
                </a:xfrm>
                <a:prstGeom prst="rect">
                  <a:avLst/>
                </a:prstGeom>
                <a:solidFill>
                  <a:srgbClr val="DE77A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7" name="Rectangle 526">
                  <a:extLst>
                    <a:ext uri="{FF2B5EF4-FFF2-40B4-BE49-F238E27FC236}">
                      <a16:creationId xmlns:a16="http://schemas.microsoft.com/office/drawing/2014/main" id="{BC6D9EF6-CE86-F067-DB71-FD0A35F9A65E}"/>
                    </a:ext>
                  </a:extLst>
                </p:cNvPr>
                <p:cNvSpPr/>
                <p:nvPr/>
              </p:nvSpPr>
              <p:spPr>
                <a:xfrm>
                  <a:off x="7963137" y="1077589"/>
                  <a:ext cx="419225" cy="416238"/>
                </a:xfrm>
                <a:prstGeom prst="rect">
                  <a:avLst/>
                </a:prstGeom>
                <a:solidFill>
                  <a:srgbClr val="FFD9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28" name="Rectangle 527">
                  <a:extLst>
                    <a:ext uri="{FF2B5EF4-FFF2-40B4-BE49-F238E27FC236}">
                      <a16:creationId xmlns:a16="http://schemas.microsoft.com/office/drawing/2014/main" id="{ED7EC078-8708-9524-5CBA-1AD1B08FBEC6}"/>
                    </a:ext>
                  </a:extLst>
                </p:cNvPr>
                <p:cNvSpPr/>
                <p:nvPr/>
              </p:nvSpPr>
              <p:spPr>
                <a:xfrm>
                  <a:off x="8382362" y="1077589"/>
                  <a:ext cx="415017" cy="416238"/>
                </a:xfrm>
                <a:prstGeom prst="rect">
                  <a:avLst/>
                </a:prstGeom>
                <a:solidFill>
                  <a:srgbClr val="DE77A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9" name="Rectangle 528">
                  <a:extLst>
                    <a:ext uri="{FF2B5EF4-FFF2-40B4-BE49-F238E27FC236}">
                      <a16:creationId xmlns:a16="http://schemas.microsoft.com/office/drawing/2014/main" id="{FBBE5C0D-20E3-C720-0B94-D3F3A854713C}"/>
                    </a:ext>
                  </a:extLst>
                </p:cNvPr>
                <p:cNvSpPr/>
                <p:nvPr/>
              </p:nvSpPr>
              <p:spPr>
                <a:xfrm>
                  <a:off x="8806313" y="1076883"/>
                  <a:ext cx="387970" cy="416238"/>
                </a:xfrm>
                <a:prstGeom prst="rect">
                  <a:avLst/>
                </a:prstGeom>
                <a:solidFill>
                  <a:srgbClr val="FFD9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0" name="Rectangle 529">
                  <a:extLst>
                    <a:ext uri="{FF2B5EF4-FFF2-40B4-BE49-F238E27FC236}">
                      <a16:creationId xmlns:a16="http://schemas.microsoft.com/office/drawing/2014/main" id="{E1E0F574-B160-44C6-89DB-D7C2E7D1D233}"/>
                    </a:ext>
                  </a:extLst>
                </p:cNvPr>
                <p:cNvSpPr/>
                <p:nvPr/>
              </p:nvSpPr>
              <p:spPr>
                <a:xfrm>
                  <a:off x="2988608" y="1081622"/>
                  <a:ext cx="372795" cy="416238"/>
                </a:xfrm>
                <a:prstGeom prst="rect">
                  <a:avLst/>
                </a:prstGeom>
                <a:solidFill>
                  <a:srgbClr val="DE77A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1" name="Rectangle 530">
                  <a:extLst>
                    <a:ext uri="{FF2B5EF4-FFF2-40B4-BE49-F238E27FC236}">
                      <a16:creationId xmlns:a16="http://schemas.microsoft.com/office/drawing/2014/main" id="{616F17DC-980A-4E0B-7A7D-02F4081458AD}"/>
                    </a:ext>
                  </a:extLst>
                </p:cNvPr>
                <p:cNvSpPr/>
                <p:nvPr/>
              </p:nvSpPr>
              <p:spPr>
                <a:xfrm>
                  <a:off x="3361408" y="1080317"/>
                  <a:ext cx="412304" cy="416238"/>
                </a:xfrm>
                <a:prstGeom prst="rect">
                  <a:avLst/>
                </a:prstGeom>
                <a:solidFill>
                  <a:srgbClr val="DE77A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2" name="Rectangle 531">
                  <a:extLst>
                    <a:ext uri="{FF2B5EF4-FFF2-40B4-BE49-F238E27FC236}">
                      <a16:creationId xmlns:a16="http://schemas.microsoft.com/office/drawing/2014/main" id="{8E0EAC18-373F-A8E2-089B-EE1C1548F567}"/>
                    </a:ext>
                  </a:extLst>
                </p:cNvPr>
                <p:cNvSpPr/>
                <p:nvPr/>
              </p:nvSpPr>
              <p:spPr>
                <a:xfrm>
                  <a:off x="3767128" y="1075366"/>
                  <a:ext cx="425575" cy="416238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3" name="Rectangle 532">
                  <a:extLst>
                    <a:ext uri="{FF2B5EF4-FFF2-40B4-BE49-F238E27FC236}">
                      <a16:creationId xmlns:a16="http://schemas.microsoft.com/office/drawing/2014/main" id="{DBF9FDE5-CCEA-3493-3246-AAF754982E29}"/>
                    </a:ext>
                  </a:extLst>
                </p:cNvPr>
                <p:cNvSpPr/>
                <p:nvPr/>
              </p:nvSpPr>
              <p:spPr>
                <a:xfrm>
                  <a:off x="4192370" y="1071442"/>
                  <a:ext cx="412877" cy="416238"/>
                </a:xfrm>
                <a:prstGeom prst="rect">
                  <a:avLst/>
                </a:prstGeom>
                <a:solidFill>
                  <a:srgbClr val="DE77A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4" name="Rectangle 533">
                  <a:extLst>
                    <a:ext uri="{FF2B5EF4-FFF2-40B4-BE49-F238E27FC236}">
                      <a16:creationId xmlns:a16="http://schemas.microsoft.com/office/drawing/2014/main" id="{E461B1AA-AF83-49AC-F28E-82CEF5346FE3}"/>
                    </a:ext>
                  </a:extLst>
                </p:cNvPr>
                <p:cNvSpPr/>
                <p:nvPr/>
              </p:nvSpPr>
              <p:spPr>
                <a:xfrm>
                  <a:off x="4611598" y="1074660"/>
                  <a:ext cx="418892" cy="416238"/>
                </a:xfrm>
                <a:prstGeom prst="rect">
                  <a:avLst/>
                </a:prstGeom>
                <a:solidFill>
                  <a:srgbClr val="FFD9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5" name="Rectangle 534">
                  <a:extLst>
                    <a:ext uri="{FF2B5EF4-FFF2-40B4-BE49-F238E27FC236}">
                      <a16:creationId xmlns:a16="http://schemas.microsoft.com/office/drawing/2014/main" id="{30AE3133-9CF2-2821-0550-1FC4BF438264}"/>
                    </a:ext>
                  </a:extLst>
                </p:cNvPr>
                <p:cNvSpPr/>
                <p:nvPr/>
              </p:nvSpPr>
              <p:spPr>
                <a:xfrm>
                  <a:off x="5030489" y="1077234"/>
                  <a:ext cx="400231" cy="416238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536" name="Rectangle 535">
                  <a:extLst>
                    <a:ext uri="{FF2B5EF4-FFF2-40B4-BE49-F238E27FC236}">
                      <a16:creationId xmlns:a16="http://schemas.microsoft.com/office/drawing/2014/main" id="{1B51C8F8-E8C1-61EE-9A24-0A9F58E92F6A}"/>
                    </a:ext>
                  </a:extLst>
                </p:cNvPr>
                <p:cNvSpPr/>
                <p:nvPr/>
              </p:nvSpPr>
              <p:spPr>
                <a:xfrm>
                  <a:off x="5436692" y="1077884"/>
                  <a:ext cx="412683" cy="416238"/>
                </a:xfrm>
                <a:prstGeom prst="rect">
                  <a:avLst/>
                </a:prstGeom>
                <a:pattFill prst="dkDn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7" name="Rectangle 536">
                  <a:extLst>
                    <a:ext uri="{FF2B5EF4-FFF2-40B4-BE49-F238E27FC236}">
                      <a16:creationId xmlns:a16="http://schemas.microsoft.com/office/drawing/2014/main" id="{D494A821-3C3E-CC79-399E-98DC5EF60A74}"/>
                    </a:ext>
                  </a:extLst>
                </p:cNvPr>
                <p:cNvSpPr/>
                <p:nvPr/>
              </p:nvSpPr>
              <p:spPr>
                <a:xfrm>
                  <a:off x="5849001" y="1077884"/>
                  <a:ext cx="412683" cy="416238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8" name="Rectangle 537">
                  <a:extLst>
                    <a:ext uri="{FF2B5EF4-FFF2-40B4-BE49-F238E27FC236}">
                      <a16:creationId xmlns:a16="http://schemas.microsoft.com/office/drawing/2014/main" id="{C09197AA-370D-D830-CE99-C392B2B1201E}"/>
                    </a:ext>
                  </a:extLst>
                </p:cNvPr>
                <p:cNvSpPr/>
                <p:nvPr/>
              </p:nvSpPr>
              <p:spPr>
                <a:xfrm>
                  <a:off x="6268033" y="1077178"/>
                  <a:ext cx="436871" cy="416238"/>
                </a:xfrm>
                <a:prstGeom prst="rect">
                  <a:avLst/>
                </a:prstGeom>
                <a:solidFill>
                  <a:srgbClr val="FFD9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539" name="Group 538">
                  <a:extLst>
                    <a:ext uri="{FF2B5EF4-FFF2-40B4-BE49-F238E27FC236}">
                      <a16:creationId xmlns:a16="http://schemas.microsoft.com/office/drawing/2014/main" id="{8290720F-2ACB-4EC6-FA3E-5C67227EB8B1}"/>
                    </a:ext>
                  </a:extLst>
                </p:cNvPr>
                <p:cNvGrpSpPr/>
                <p:nvPr/>
              </p:nvGrpSpPr>
              <p:grpSpPr>
                <a:xfrm>
                  <a:off x="2982256" y="1057061"/>
                  <a:ext cx="6223563" cy="448795"/>
                  <a:chOff x="690731" y="473738"/>
                  <a:chExt cx="3933620" cy="283662"/>
                </a:xfrm>
              </p:grpSpPr>
              <p:cxnSp>
                <p:nvCxnSpPr>
                  <p:cNvPr id="540" name="Straight Connector 539">
                    <a:extLst>
                      <a:ext uri="{FF2B5EF4-FFF2-40B4-BE49-F238E27FC236}">
                        <a16:creationId xmlns:a16="http://schemas.microsoft.com/office/drawing/2014/main" id="{D28F3BE4-DCBF-ADBE-4BDA-BA5C6892BC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55948" y="478669"/>
                    <a:ext cx="0" cy="27058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1" name="Straight Connector 540">
                    <a:extLst>
                      <a:ext uri="{FF2B5EF4-FFF2-40B4-BE49-F238E27FC236}">
                        <a16:creationId xmlns:a16="http://schemas.microsoft.com/office/drawing/2014/main" id="{810E3A3A-6A7A-1798-856D-5B159DDF8B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20742" y="486820"/>
                    <a:ext cx="0" cy="27058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542" name="Group 541">
                    <a:extLst>
                      <a:ext uri="{FF2B5EF4-FFF2-40B4-BE49-F238E27FC236}">
                        <a16:creationId xmlns:a16="http://schemas.microsoft.com/office/drawing/2014/main" id="{024A22EC-5FD7-224A-FC76-4274951C7480}"/>
                      </a:ext>
                    </a:extLst>
                  </p:cNvPr>
                  <p:cNvGrpSpPr/>
                  <p:nvPr/>
                </p:nvGrpSpPr>
                <p:grpSpPr>
                  <a:xfrm>
                    <a:off x="1985536" y="475448"/>
                    <a:ext cx="252573" cy="278731"/>
                    <a:chOff x="825191" y="1029630"/>
                    <a:chExt cx="230457" cy="254325"/>
                  </a:xfrm>
                </p:grpSpPr>
                <p:cxnSp>
                  <p:nvCxnSpPr>
                    <p:cNvPr id="561" name="Straight Connector 560">
                      <a:extLst>
                        <a:ext uri="{FF2B5EF4-FFF2-40B4-BE49-F238E27FC236}">
                          <a16:creationId xmlns:a16="http://schemas.microsoft.com/office/drawing/2014/main" id="{872E36BD-31C4-9C06-8842-3AB2B086DA0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62" name="Straight Connector 561">
                      <a:extLst>
                        <a:ext uri="{FF2B5EF4-FFF2-40B4-BE49-F238E27FC236}">
                          <a16:creationId xmlns:a16="http://schemas.microsoft.com/office/drawing/2014/main" id="{263EBE22-7DF1-6BBA-B6B0-D525924C0D4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55648" y="1037067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543" name="Group 542">
                    <a:extLst>
                      <a:ext uri="{FF2B5EF4-FFF2-40B4-BE49-F238E27FC236}">
                        <a16:creationId xmlns:a16="http://schemas.microsoft.com/office/drawing/2014/main" id="{5F4CFD7D-B8AF-847C-8BB9-9EB3944438F6}"/>
                      </a:ext>
                    </a:extLst>
                  </p:cNvPr>
                  <p:cNvGrpSpPr/>
                  <p:nvPr/>
                </p:nvGrpSpPr>
                <p:grpSpPr>
                  <a:xfrm>
                    <a:off x="2502903" y="473738"/>
                    <a:ext cx="264794" cy="278731"/>
                    <a:chOff x="814040" y="1029630"/>
                    <a:chExt cx="241608" cy="254325"/>
                  </a:xfrm>
                </p:grpSpPr>
                <p:cxnSp>
                  <p:nvCxnSpPr>
                    <p:cNvPr id="559" name="Straight Connector 558">
                      <a:extLst>
                        <a:ext uri="{FF2B5EF4-FFF2-40B4-BE49-F238E27FC236}">
                          <a16:creationId xmlns:a16="http://schemas.microsoft.com/office/drawing/2014/main" id="{7D34EF0F-3FCE-B94B-DC3A-D0EAD0FD060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14040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60" name="Straight Connector 559">
                      <a:extLst>
                        <a:ext uri="{FF2B5EF4-FFF2-40B4-BE49-F238E27FC236}">
                          <a16:creationId xmlns:a16="http://schemas.microsoft.com/office/drawing/2014/main" id="{530A56AC-BBFC-2811-E53E-71D2EB0DF16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55648" y="1037067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544" name="Group 543">
                    <a:extLst>
                      <a:ext uri="{FF2B5EF4-FFF2-40B4-BE49-F238E27FC236}">
                        <a16:creationId xmlns:a16="http://schemas.microsoft.com/office/drawing/2014/main" id="{CFA18351-90BF-F318-5C36-4AEDF2EEDE4A}"/>
                      </a:ext>
                    </a:extLst>
                  </p:cNvPr>
                  <p:cNvGrpSpPr/>
                  <p:nvPr/>
                </p:nvGrpSpPr>
                <p:grpSpPr>
                  <a:xfrm>
                    <a:off x="3044711" y="481680"/>
                    <a:ext cx="794382" cy="272586"/>
                    <a:chOff x="825191" y="1023385"/>
                    <a:chExt cx="724824" cy="248718"/>
                  </a:xfrm>
                </p:grpSpPr>
                <p:grpSp>
                  <p:nvGrpSpPr>
                    <p:cNvPr id="553" name="Group 552">
                      <a:extLst>
                        <a:ext uri="{FF2B5EF4-FFF2-40B4-BE49-F238E27FC236}">
                          <a16:creationId xmlns:a16="http://schemas.microsoft.com/office/drawing/2014/main" id="{721C54FC-D61A-709C-EC5B-5999821C473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5191" y="1025104"/>
                      <a:ext cx="241608" cy="246999"/>
                      <a:chOff x="825191" y="1025104"/>
                      <a:chExt cx="241608" cy="246999"/>
                    </a:xfrm>
                  </p:grpSpPr>
                  <p:cxnSp>
                    <p:nvCxnSpPr>
                      <p:cNvPr id="557" name="Straight Connector 556">
                        <a:extLst>
                          <a:ext uri="{FF2B5EF4-FFF2-40B4-BE49-F238E27FC236}">
                            <a16:creationId xmlns:a16="http://schemas.microsoft.com/office/drawing/2014/main" id="{CAA7D5FE-F89F-4AFB-BC45-1B9C8BDD417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825191" y="1025104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8" name="Straight Connector 557">
                        <a:extLst>
                          <a:ext uri="{FF2B5EF4-FFF2-40B4-BE49-F238E27FC236}">
                            <a16:creationId xmlns:a16="http://schemas.microsoft.com/office/drawing/2014/main" id="{D66FFF73-9BB9-4965-1775-8F9E37433E2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1066799" y="1025215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554" name="Group 553">
                      <a:extLst>
                        <a:ext uri="{FF2B5EF4-FFF2-40B4-BE49-F238E27FC236}">
                          <a16:creationId xmlns:a16="http://schemas.microsoft.com/office/drawing/2014/main" id="{371BAA19-11C6-F969-CCFF-9729765103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308407" y="1023385"/>
                      <a:ext cx="241608" cy="248691"/>
                      <a:chOff x="825191" y="1024945"/>
                      <a:chExt cx="241608" cy="248691"/>
                    </a:xfrm>
                  </p:grpSpPr>
                  <p:cxnSp>
                    <p:nvCxnSpPr>
                      <p:cNvPr id="555" name="Straight Connector 554">
                        <a:extLst>
                          <a:ext uri="{FF2B5EF4-FFF2-40B4-BE49-F238E27FC236}">
                            <a16:creationId xmlns:a16="http://schemas.microsoft.com/office/drawing/2014/main" id="{6F7867F3-A43F-D823-09ED-EADC87C276B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825191" y="1026748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6" name="Straight Connector 555">
                        <a:extLst>
                          <a:ext uri="{FF2B5EF4-FFF2-40B4-BE49-F238E27FC236}">
                            <a16:creationId xmlns:a16="http://schemas.microsoft.com/office/drawing/2014/main" id="{72CC9E23-FA00-019E-19FC-1C0C0B3C112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1066799" y="1024945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545" name="Group 544">
                    <a:extLst>
                      <a:ext uri="{FF2B5EF4-FFF2-40B4-BE49-F238E27FC236}">
                        <a16:creationId xmlns:a16="http://schemas.microsoft.com/office/drawing/2014/main" id="{D784CFBD-E0E2-F8B8-01EA-B0030965ACF6}"/>
                      </a:ext>
                    </a:extLst>
                  </p:cNvPr>
                  <p:cNvGrpSpPr/>
                  <p:nvPr/>
                </p:nvGrpSpPr>
                <p:grpSpPr>
                  <a:xfrm>
                    <a:off x="4103886" y="481235"/>
                    <a:ext cx="520465" cy="272939"/>
                    <a:chOff x="825191" y="1027478"/>
                    <a:chExt cx="474892" cy="249040"/>
                  </a:xfrm>
                </p:grpSpPr>
                <p:grpSp>
                  <p:nvGrpSpPr>
                    <p:cNvPr id="549" name="Group 548">
                      <a:extLst>
                        <a:ext uri="{FF2B5EF4-FFF2-40B4-BE49-F238E27FC236}">
                          <a16:creationId xmlns:a16="http://schemas.microsoft.com/office/drawing/2014/main" id="{8EEDEABF-E115-D77C-6223-29E4D5EC63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5191" y="1027478"/>
                      <a:ext cx="241608" cy="249040"/>
                      <a:chOff x="825191" y="1027478"/>
                      <a:chExt cx="241608" cy="249040"/>
                    </a:xfrm>
                  </p:grpSpPr>
                  <p:cxnSp>
                    <p:nvCxnSpPr>
                      <p:cNvPr id="551" name="Straight Connector 550">
                        <a:extLst>
                          <a:ext uri="{FF2B5EF4-FFF2-40B4-BE49-F238E27FC236}">
                            <a16:creationId xmlns:a16="http://schemas.microsoft.com/office/drawing/2014/main" id="{B11D08B6-7BFD-327C-407C-4C51BDD4160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825191" y="1029630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2" name="Straight Connector 551">
                        <a:extLst>
                          <a:ext uri="{FF2B5EF4-FFF2-40B4-BE49-F238E27FC236}">
                            <a16:creationId xmlns:a16="http://schemas.microsoft.com/office/drawing/2014/main" id="{86704040-638A-8AF6-CDE9-3008871F68D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1066799" y="1027478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550" name="Straight Connector 549">
                      <a:extLst>
                        <a:ext uri="{FF2B5EF4-FFF2-40B4-BE49-F238E27FC236}">
                          <a16:creationId xmlns:a16="http://schemas.microsoft.com/office/drawing/2014/main" id="{50AF352A-CAE7-7703-07BB-0BFB6CE8293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300083" y="1028070"/>
                      <a:ext cx="0" cy="246887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546" name="Rectangle 545">
                    <a:extLst>
                      <a:ext uri="{FF2B5EF4-FFF2-40B4-BE49-F238E27FC236}">
                        <a16:creationId xmlns:a16="http://schemas.microsoft.com/office/drawing/2014/main" id="{8CDE4FDA-4702-F41F-6446-5C8CC159CC96}"/>
                      </a:ext>
                    </a:extLst>
                  </p:cNvPr>
                  <p:cNvSpPr/>
                  <p:nvPr/>
                </p:nvSpPr>
                <p:spPr>
                  <a:xfrm>
                    <a:off x="690731" y="480378"/>
                    <a:ext cx="3931920" cy="27058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547" name="Straight Connector 546">
                    <a:extLst>
                      <a:ext uri="{FF2B5EF4-FFF2-40B4-BE49-F238E27FC236}">
                        <a16:creationId xmlns:a16="http://schemas.microsoft.com/office/drawing/2014/main" id="{A1C9F255-820F-F98A-4364-FD665C512E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26360" y="480378"/>
                    <a:ext cx="0" cy="27058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8" name="Straight Connector 547">
                    <a:extLst>
                      <a:ext uri="{FF2B5EF4-FFF2-40B4-BE49-F238E27FC236}">
                        <a16:creationId xmlns:a16="http://schemas.microsoft.com/office/drawing/2014/main" id="{BB74B3DF-C1FC-9D88-02BF-E4EA7F66FB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191154" y="482891"/>
                    <a:ext cx="0" cy="27058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521" name="Rectangle 520">
                <a:extLst>
                  <a:ext uri="{FF2B5EF4-FFF2-40B4-BE49-F238E27FC236}">
                    <a16:creationId xmlns:a16="http://schemas.microsoft.com/office/drawing/2014/main" id="{7DD216BE-D0FE-25E2-8E86-13DC764F3528}"/>
                  </a:ext>
                </a:extLst>
              </p:cNvPr>
              <p:cNvSpPr/>
              <p:nvPr/>
            </p:nvSpPr>
            <p:spPr>
              <a:xfrm>
                <a:off x="7537070" y="4280874"/>
                <a:ext cx="409811" cy="416238"/>
              </a:xfrm>
              <a:prstGeom prst="rect">
                <a:avLst/>
              </a:prstGeom>
              <a:solidFill>
                <a:srgbClr val="7FBC4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2" name="Rectangle 521">
                <a:extLst>
                  <a:ext uri="{FF2B5EF4-FFF2-40B4-BE49-F238E27FC236}">
                    <a16:creationId xmlns:a16="http://schemas.microsoft.com/office/drawing/2014/main" id="{D6941D99-EDF4-FBD5-5FA7-455997BDD60C}"/>
                  </a:ext>
                </a:extLst>
              </p:cNvPr>
              <p:cNvSpPr/>
              <p:nvPr/>
            </p:nvSpPr>
            <p:spPr>
              <a:xfrm>
                <a:off x="2970721" y="4284418"/>
                <a:ext cx="379146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23" name="Rectangle 522">
                <a:extLst>
                  <a:ext uri="{FF2B5EF4-FFF2-40B4-BE49-F238E27FC236}">
                    <a16:creationId xmlns:a16="http://schemas.microsoft.com/office/drawing/2014/main" id="{731B46D2-8C6D-2455-6D9D-388F32E82A8F}"/>
                  </a:ext>
                </a:extLst>
              </p:cNvPr>
              <p:cNvSpPr/>
              <p:nvPr/>
            </p:nvSpPr>
            <p:spPr>
              <a:xfrm>
                <a:off x="5025835" y="4281119"/>
                <a:ext cx="393349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B86B7831-C504-3EFC-350C-ACFE60137C15}"/>
                </a:ext>
              </a:extLst>
            </p:cNvPr>
            <p:cNvSpPr txBox="1"/>
            <p:nvPr/>
          </p:nvSpPr>
          <p:spPr>
            <a:xfrm>
              <a:off x="381245" y="292711"/>
              <a:ext cx="4108885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Task size, </a:t>
              </a:r>
              <a:r>
                <a:rPr lang="en-US" sz="2200" i="1" dirty="0">
                  <a:latin typeface="Aptos" panose="020F0502020204030204" pitchFamily="34" charset="0"/>
                </a:rPr>
                <a:t>T </a:t>
              </a:r>
              <a:r>
                <a:rPr lang="en-US" sz="2200" dirty="0">
                  <a:latin typeface="Aptos" panose="020F0502020204030204" pitchFamily="34" charset="0"/>
                </a:rPr>
                <a:t>(15 bits)</a:t>
              </a:r>
            </a:p>
          </p:txBody>
        </p:sp>
        <p:sp>
          <p:nvSpPr>
            <p:cNvPr id="486" name="TextBox 485">
              <a:extLst>
                <a:ext uri="{FF2B5EF4-FFF2-40B4-BE49-F238E27FC236}">
                  <a16:creationId xmlns:a16="http://schemas.microsoft.com/office/drawing/2014/main" id="{B57DA6A8-4ED7-1F19-DF94-A0C957FA93D9}"/>
                </a:ext>
              </a:extLst>
            </p:cNvPr>
            <p:cNvSpPr txBox="1"/>
            <p:nvPr/>
          </p:nvSpPr>
          <p:spPr>
            <a:xfrm>
              <a:off x="1090431" y="2177332"/>
              <a:ext cx="204289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Stable group I: </a:t>
              </a:r>
            </a:p>
          </p:txBody>
        </p:sp>
        <p:sp>
          <p:nvSpPr>
            <p:cNvPr id="487" name="Rectangle 486">
              <a:extLst>
                <a:ext uri="{FF2B5EF4-FFF2-40B4-BE49-F238E27FC236}">
                  <a16:creationId xmlns:a16="http://schemas.microsoft.com/office/drawing/2014/main" id="{F8ADD90E-9F89-7683-4A15-172BFA503AAA}"/>
                </a:ext>
              </a:extLst>
            </p:cNvPr>
            <p:cNvSpPr/>
            <p:nvPr/>
          </p:nvSpPr>
          <p:spPr>
            <a:xfrm>
              <a:off x="3583053" y="2193015"/>
              <a:ext cx="331644" cy="331644"/>
            </a:xfrm>
            <a:prstGeom prst="rect">
              <a:avLst/>
            </a:prstGeom>
            <a:solidFill>
              <a:srgbClr val="7FBC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2</a:t>
              </a:r>
            </a:p>
          </p:txBody>
        </p:sp>
        <p:sp>
          <p:nvSpPr>
            <p:cNvPr id="488" name="Rectangle 487">
              <a:extLst>
                <a:ext uri="{FF2B5EF4-FFF2-40B4-BE49-F238E27FC236}">
                  <a16:creationId xmlns:a16="http://schemas.microsoft.com/office/drawing/2014/main" id="{E158DC6C-9523-B913-B31F-98BF9ACA3B34}"/>
                </a:ext>
              </a:extLst>
            </p:cNvPr>
            <p:cNvSpPr/>
            <p:nvPr/>
          </p:nvSpPr>
          <p:spPr>
            <a:xfrm>
              <a:off x="4039373" y="2185077"/>
              <a:ext cx="331644" cy="33164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bg1"/>
                  </a:solidFill>
                  <a:latin typeface="Aptos" panose="020B0004020202020204" pitchFamily="34" charset="0"/>
                </a:rPr>
                <a:t>3</a:t>
              </a: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A27A283A-CC05-ED23-6AFA-EFA2F90B23D2}"/>
                </a:ext>
              </a:extLst>
            </p:cNvPr>
            <p:cNvSpPr/>
            <p:nvPr/>
          </p:nvSpPr>
          <p:spPr>
            <a:xfrm>
              <a:off x="3126171" y="3718449"/>
              <a:ext cx="331644" cy="331644"/>
            </a:xfrm>
            <a:prstGeom prst="ellipse">
              <a:avLst/>
            </a:prstGeom>
            <a:solidFill>
              <a:srgbClr val="F4A5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1</a:t>
              </a:r>
            </a:p>
          </p:txBody>
        </p:sp>
        <p:sp>
          <p:nvSpPr>
            <p:cNvPr id="490" name="TextBox 489">
              <a:extLst>
                <a:ext uri="{FF2B5EF4-FFF2-40B4-BE49-F238E27FC236}">
                  <a16:creationId xmlns:a16="http://schemas.microsoft.com/office/drawing/2014/main" id="{070CF807-EFA7-55D2-DCD5-A0A66AAE7A3E}"/>
                </a:ext>
              </a:extLst>
            </p:cNvPr>
            <p:cNvSpPr txBox="1"/>
            <p:nvPr/>
          </p:nvSpPr>
          <p:spPr>
            <a:xfrm>
              <a:off x="1132964" y="3704777"/>
              <a:ext cx="204289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Stable group II: </a:t>
              </a:r>
            </a:p>
          </p:txBody>
        </p:sp>
        <p:sp>
          <p:nvSpPr>
            <p:cNvPr id="491" name="Oval 490">
              <a:extLst>
                <a:ext uri="{FF2B5EF4-FFF2-40B4-BE49-F238E27FC236}">
                  <a16:creationId xmlns:a16="http://schemas.microsoft.com/office/drawing/2014/main" id="{5D0EAD9D-68E3-9308-985A-F37D825B2668}"/>
                </a:ext>
              </a:extLst>
            </p:cNvPr>
            <p:cNvSpPr/>
            <p:nvPr/>
          </p:nvSpPr>
          <p:spPr>
            <a:xfrm>
              <a:off x="3583054" y="3720460"/>
              <a:ext cx="331644" cy="331644"/>
            </a:xfrm>
            <a:prstGeom prst="ellipse">
              <a:avLst/>
            </a:prstGeom>
            <a:solidFill>
              <a:srgbClr val="2166A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2</a:t>
              </a:r>
            </a:p>
          </p:txBody>
        </p:sp>
        <p:sp>
          <p:nvSpPr>
            <p:cNvPr id="492" name="Oval 491">
              <a:extLst>
                <a:ext uri="{FF2B5EF4-FFF2-40B4-BE49-F238E27FC236}">
                  <a16:creationId xmlns:a16="http://schemas.microsoft.com/office/drawing/2014/main" id="{5C404EBB-251A-E48E-3774-E556C8B41F70}"/>
                </a:ext>
              </a:extLst>
            </p:cNvPr>
            <p:cNvSpPr/>
            <p:nvPr/>
          </p:nvSpPr>
          <p:spPr>
            <a:xfrm>
              <a:off x="4039374" y="3712522"/>
              <a:ext cx="331644" cy="331644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3</a:t>
              </a:r>
            </a:p>
          </p:txBody>
        </p:sp>
        <p:sp>
          <p:nvSpPr>
            <p:cNvPr id="493" name="TextBox 492">
              <a:extLst>
                <a:ext uri="{FF2B5EF4-FFF2-40B4-BE49-F238E27FC236}">
                  <a16:creationId xmlns:a16="http://schemas.microsoft.com/office/drawing/2014/main" id="{D3676E1D-FD94-5668-2641-EE6B1986E226}"/>
                </a:ext>
              </a:extLst>
            </p:cNvPr>
            <p:cNvSpPr txBox="1"/>
            <p:nvPr/>
          </p:nvSpPr>
          <p:spPr>
            <a:xfrm>
              <a:off x="7683413" y="3179039"/>
              <a:ext cx="2581474" cy="17851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Stable groups (CM): </a:t>
              </a:r>
            </a:p>
            <a:p>
              <a:pPr algn="ctr"/>
              <a:r>
                <a:rPr lang="en-US" sz="2200" i="1" dirty="0">
                  <a:latin typeface="Aptos" panose="020F0502020204030204" pitchFamily="34" charset="0"/>
                </a:rPr>
                <a:t>N</a:t>
              </a:r>
              <a:r>
                <a:rPr lang="en-US" sz="2200" i="1" baseline="-25000" dirty="0">
                  <a:latin typeface="Aptos" panose="020F0502020204030204" pitchFamily="34" charset="0"/>
                </a:rPr>
                <a:t>a</a:t>
              </a:r>
              <a:r>
                <a:rPr lang="en-US" sz="2200" dirty="0">
                  <a:latin typeface="Aptos" panose="020F0502020204030204" pitchFamily="34" charset="0"/>
                </a:rPr>
                <a:t> = 4, </a:t>
              </a:r>
              <a:r>
                <a:rPr lang="en-US" sz="2200" i="1" dirty="0">
                  <a:latin typeface="Aptos" panose="020F0502020204030204" pitchFamily="34" charset="0"/>
                </a:rPr>
                <a:t>m</a:t>
              </a:r>
              <a:r>
                <a:rPr lang="en-US" sz="2200" i="1" baseline="-25000" dirty="0">
                  <a:latin typeface="Aptos" panose="020F0502020204030204" pitchFamily="34" charset="0"/>
                </a:rPr>
                <a:t>a</a:t>
              </a:r>
              <a:r>
                <a:rPr lang="en-US" sz="2200" dirty="0">
                  <a:latin typeface="Aptos" panose="020F0502020204030204" pitchFamily="34" charset="0"/>
                </a:rPr>
                <a:t> = 5</a:t>
              </a:r>
            </a:p>
            <a:p>
              <a:pPr algn="ctr"/>
              <a:endParaRPr lang="en-US" sz="2200" dirty="0">
                <a:latin typeface="Aptos" panose="020F0502020204030204" pitchFamily="34" charset="0"/>
              </a:endParaRPr>
            </a:p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Excluded bits: 0</a:t>
              </a:r>
            </a:p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Redundant bits: 5</a:t>
              </a:r>
            </a:p>
          </p:txBody>
        </p:sp>
        <p:sp>
          <p:nvSpPr>
            <p:cNvPr id="494" name="Left Brace 493">
              <a:extLst>
                <a:ext uri="{FF2B5EF4-FFF2-40B4-BE49-F238E27FC236}">
                  <a16:creationId xmlns:a16="http://schemas.microsoft.com/office/drawing/2014/main" id="{04ECB38A-0B6C-A261-1C34-A90AE83F4C04}"/>
                </a:ext>
              </a:extLst>
            </p:cNvPr>
            <p:cNvSpPr/>
            <p:nvPr/>
          </p:nvSpPr>
          <p:spPr>
            <a:xfrm flipH="1">
              <a:off x="7480049" y="2514026"/>
              <a:ext cx="193078" cy="313466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8FDD9D64-3517-8C8E-0EF8-082B561B2C62}"/>
                </a:ext>
              </a:extLst>
            </p:cNvPr>
            <p:cNvSpPr/>
            <p:nvPr/>
          </p:nvSpPr>
          <p:spPr>
            <a:xfrm>
              <a:off x="4152138" y="5967203"/>
              <a:ext cx="331644" cy="331644"/>
            </a:xfrm>
            <a:prstGeom prst="rect">
              <a:avLst/>
            </a:prstGeom>
            <a:solidFill>
              <a:srgbClr val="DE77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1</a:t>
              </a:r>
            </a:p>
          </p:txBody>
        </p:sp>
        <p:sp>
          <p:nvSpPr>
            <p:cNvPr id="496" name="TextBox 495">
              <a:extLst>
                <a:ext uri="{FF2B5EF4-FFF2-40B4-BE49-F238E27FC236}">
                  <a16:creationId xmlns:a16="http://schemas.microsoft.com/office/drawing/2014/main" id="{C24DD0DD-D445-7468-AEC6-9CAD06404F44}"/>
                </a:ext>
              </a:extLst>
            </p:cNvPr>
            <p:cNvSpPr txBox="1"/>
            <p:nvPr/>
          </p:nvSpPr>
          <p:spPr>
            <a:xfrm>
              <a:off x="1148757" y="5953531"/>
              <a:ext cx="299902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Sample shuffled group: </a:t>
              </a:r>
            </a:p>
          </p:txBody>
        </p:sp>
        <p:sp>
          <p:nvSpPr>
            <p:cNvPr id="497" name="Rectangle 496">
              <a:extLst>
                <a:ext uri="{FF2B5EF4-FFF2-40B4-BE49-F238E27FC236}">
                  <a16:creationId xmlns:a16="http://schemas.microsoft.com/office/drawing/2014/main" id="{1584BD44-3E73-1B59-8B6C-1540F7479A32}"/>
                </a:ext>
              </a:extLst>
            </p:cNvPr>
            <p:cNvSpPr/>
            <p:nvPr/>
          </p:nvSpPr>
          <p:spPr>
            <a:xfrm>
              <a:off x="4609021" y="5969214"/>
              <a:ext cx="331644" cy="331644"/>
            </a:xfrm>
            <a:prstGeom prst="rect">
              <a:avLst/>
            </a:prstGeom>
            <a:solidFill>
              <a:srgbClr val="7FBC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2</a:t>
              </a:r>
            </a:p>
          </p:txBody>
        </p:sp>
        <p:sp>
          <p:nvSpPr>
            <p:cNvPr id="498" name="Rectangle 497">
              <a:extLst>
                <a:ext uri="{FF2B5EF4-FFF2-40B4-BE49-F238E27FC236}">
                  <a16:creationId xmlns:a16="http://schemas.microsoft.com/office/drawing/2014/main" id="{43821C0A-F281-4125-1AEB-C95B8A8694EA}"/>
                </a:ext>
              </a:extLst>
            </p:cNvPr>
            <p:cNvSpPr/>
            <p:nvPr/>
          </p:nvSpPr>
          <p:spPr>
            <a:xfrm>
              <a:off x="5065341" y="5961276"/>
              <a:ext cx="331644" cy="331644"/>
            </a:xfrm>
            <a:prstGeom prst="rect">
              <a:avLst/>
            </a:prstGeom>
            <a:solidFill>
              <a:srgbClr val="FFD966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4</a:t>
              </a:r>
            </a:p>
          </p:txBody>
        </p:sp>
        <p:sp>
          <p:nvSpPr>
            <p:cNvPr id="499" name="TextBox 498">
              <a:extLst>
                <a:ext uri="{FF2B5EF4-FFF2-40B4-BE49-F238E27FC236}">
                  <a16:creationId xmlns:a16="http://schemas.microsoft.com/office/drawing/2014/main" id="{F2DD9E74-EFB8-9E74-303A-02BDE7DD3FF4}"/>
                </a:ext>
              </a:extLst>
            </p:cNvPr>
            <p:cNvSpPr txBox="1"/>
            <p:nvPr/>
          </p:nvSpPr>
          <p:spPr>
            <a:xfrm>
              <a:off x="-887255" y="7287596"/>
              <a:ext cx="6144322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Excluded bits: 2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88785165-1F95-A252-CA08-CC1D570FF689}"/>
                    </a:ext>
                  </a:extLst>
                </p:cNvPr>
                <p:cNvSpPr txBox="1"/>
                <p:nvPr/>
              </p:nvSpPr>
              <p:spPr>
                <a:xfrm>
                  <a:off x="429646" y="1598542"/>
                  <a:ext cx="7882743" cy="43088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200" dirty="0">
                      <a:latin typeface="Aptos" panose="020F0502020204030204" pitchFamily="34" charset="0"/>
                    </a:rPr>
                    <a:t>Pooled memory is larger than task size (</a:t>
                  </a:r>
                  <a:r>
                    <a:rPr lang="en-US" sz="2200" i="1" dirty="0">
                      <a:latin typeface="Aptos" panose="020F0502020204030204" pitchFamily="34" charset="0"/>
                    </a:rPr>
                    <a:t>T </a:t>
                  </a:r>
                  <a14:m>
                    <m:oMath xmlns:m="http://schemas.openxmlformats.org/officeDocument/2006/math">
                      <m:r>
                        <a:rPr lang="en-US" sz="2200" i="1">
                          <a:latin typeface="Cambria Math" panose="02040503050406030204" pitchFamily="18" charset="0"/>
                        </a:rPr>
                        <m:t>&lt;</m:t>
                      </m:r>
                    </m:oMath>
                  </a14:m>
                  <a:r>
                    <a:rPr lang="en-US" sz="2200" i="1" dirty="0">
                      <a:latin typeface="Aptos" panose="020F0502020204030204" pitchFamily="34" charset="0"/>
                    </a:rPr>
                    <a:t> N</a:t>
                  </a:r>
                  <a:r>
                    <a:rPr lang="en-US" sz="2200" i="1" baseline="-25000" dirty="0">
                      <a:latin typeface="Aptos" panose="020F0502020204030204" pitchFamily="34" charset="0"/>
                    </a:rPr>
                    <a:t>a</a:t>
                  </a:r>
                  <a:r>
                    <a:rPr lang="en-US" sz="2200" i="1" dirty="0">
                      <a:latin typeface="Aptos" panose="020F0502020204030204" pitchFamily="34" charset="0"/>
                    </a:rPr>
                    <a:t>m</a:t>
                  </a:r>
                  <a:r>
                    <a:rPr lang="en-US" sz="2200" i="1" baseline="-25000" dirty="0">
                      <a:latin typeface="Aptos" panose="020F0502020204030204" pitchFamily="34" charset="0"/>
                    </a:rPr>
                    <a:t>a</a:t>
                  </a:r>
                  <a:r>
                    <a:rPr lang="en-US" sz="2200" dirty="0">
                      <a:latin typeface="Aptos" panose="020F0502020204030204" pitchFamily="34" charset="0"/>
                    </a:rPr>
                    <a:t>)</a:t>
                  </a:r>
                </a:p>
              </p:txBody>
            </p:sp>
          </mc:Choice>
          <mc:Fallback>
            <p:sp>
              <p:nvSpPr>
                <p:cNvPr id="500" name="TextBox 499">
                  <a:extLst>
                    <a:ext uri="{FF2B5EF4-FFF2-40B4-BE49-F238E27FC236}">
                      <a16:creationId xmlns:a16="http://schemas.microsoft.com/office/drawing/2014/main" id="{88785165-1F95-A252-CA08-CC1D570FF6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46" y="1598542"/>
                  <a:ext cx="7882743" cy="430887"/>
                </a:xfrm>
                <a:prstGeom prst="rect">
                  <a:avLst/>
                </a:prstGeom>
                <a:blipFill>
                  <a:blip r:embed="rId3"/>
                  <a:stretch>
                    <a:fillRect t="-8571" b="-257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1" name="Rectangle 500">
              <a:extLst>
                <a:ext uri="{FF2B5EF4-FFF2-40B4-BE49-F238E27FC236}">
                  <a16:creationId xmlns:a16="http://schemas.microsoft.com/office/drawing/2014/main" id="{6971AFDA-6957-BB88-F8AA-94A44E879339}"/>
                </a:ext>
              </a:extLst>
            </p:cNvPr>
            <p:cNvSpPr/>
            <p:nvPr/>
          </p:nvSpPr>
          <p:spPr>
            <a:xfrm>
              <a:off x="3279817" y="3086216"/>
              <a:ext cx="412354" cy="416238"/>
            </a:xfrm>
            <a:prstGeom prst="rect">
              <a:avLst/>
            </a:prstGeom>
            <a:solidFill>
              <a:srgbClr val="7FBC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2" name="Rectangle 501">
              <a:extLst>
                <a:ext uri="{FF2B5EF4-FFF2-40B4-BE49-F238E27FC236}">
                  <a16:creationId xmlns:a16="http://schemas.microsoft.com/office/drawing/2014/main" id="{3CA1ABC3-5B96-F7EB-CF5E-43D25214F830}"/>
                </a:ext>
              </a:extLst>
            </p:cNvPr>
            <p:cNvSpPr/>
            <p:nvPr/>
          </p:nvSpPr>
          <p:spPr>
            <a:xfrm>
              <a:off x="5387319" y="3085197"/>
              <a:ext cx="404073" cy="416238"/>
            </a:xfrm>
            <a:prstGeom prst="rect">
              <a:avLst/>
            </a:prstGeom>
            <a:solidFill>
              <a:srgbClr val="7FBC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3" name="Rectangle 502">
              <a:extLst>
                <a:ext uri="{FF2B5EF4-FFF2-40B4-BE49-F238E27FC236}">
                  <a16:creationId xmlns:a16="http://schemas.microsoft.com/office/drawing/2014/main" id="{88E39A0F-83EC-E779-A605-3CFA56D5353C}"/>
                </a:ext>
              </a:extLst>
            </p:cNvPr>
            <p:cNvSpPr/>
            <p:nvPr/>
          </p:nvSpPr>
          <p:spPr>
            <a:xfrm>
              <a:off x="5809392" y="3086113"/>
              <a:ext cx="412354" cy="416238"/>
            </a:xfrm>
            <a:prstGeom prst="rect">
              <a:avLst/>
            </a:prstGeom>
            <a:solidFill>
              <a:srgbClr val="7FBC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4" name="Rectangle 503">
              <a:extLst>
                <a:ext uri="{FF2B5EF4-FFF2-40B4-BE49-F238E27FC236}">
                  <a16:creationId xmlns:a16="http://schemas.microsoft.com/office/drawing/2014/main" id="{4972BDFD-68D6-BAD4-D073-53DA456A3666}"/>
                </a:ext>
              </a:extLst>
            </p:cNvPr>
            <p:cNvSpPr/>
            <p:nvPr/>
          </p:nvSpPr>
          <p:spPr>
            <a:xfrm>
              <a:off x="4495960" y="2185077"/>
              <a:ext cx="331644" cy="331644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4</a:t>
              </a:r>
            </a:p>
          </p:txBody>
        </p:sp>
        <p:sp>
          <p:nvSpPr>
            <p:cNvPr id="505" name="Rectangle 504">
              <a:extLst>
                <a:ext uri="{FF2B5EF4-FFF2-40B4-BE49-F238E27FC236}">
                  <a16:creationId xmlns:a16="http://schemas.microsoft.com/office/drawing/2014/main" id="{F6AEC3FE-D4A7-E266-AC2C-A00294B4B180}"/>
                </a:ext>
              </a:extLst>
            </p:cNvPr>
            <p:cNvSpPr/>
            <p:nvPr/>
          </p:nvSpPr>
          <p:spPr>
            <a:xfrm>
              <a:off x="2037202" y="3084418"/>
              <a:ext cx="416658" cy="4205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D4A59A45-DDEB-3167-8006-E1155A288FCC}"/>
                </a:ext>
              </a:extLst>
            </p:cNvPr>
            <p:cNvSpPr/>
            <p:nvPr/>
          </p:nvSpPr>
          <p:spPr>
            <a:xfrm>
              <a:off x="6632639" y="3082089"/>
              <a:ext cx="416658" cy="4205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7" name="Oval 506">
              <a:extLst>
                <a:ext uri="{FF2B5EF4-FFF2-40B4-BE49-F238E27FC236}">
                  <a16:creationId xmlns:a16="http://schemas.microsoft.com/office/drawing/2014/main" id="{01515533-477B-3F86-21E1-C7C133CAA835}"/>
                </a:ext>
              </a:extLst>
            </p:cNvPr>
            <p:cNvSpPr/>
            <p:nvPr/>
          </p:nvSpPr>
          <p:spPr>
            <a:xfrm>
              <a:off x="4495960" y="3712522"/>
              <a:ext cx="331644" cy="331644"/>
            </a:xfrm>
            <a:prstGeom prst="ellipse">
              <a:avLst/>
            </a:prstGeom>
            <a:solidFill>
              <a:srgbClr val="5CCACD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4</a:t>
              </a:r>
            </a:p>
          </p:txBody>
        </p:sp>
        <p:sp>
          <p:nvSpPr>
            <p:cNvPr id="508" name="Rectangle 507">
              <a:extLst>
                <a:ext uri="{FF2B5EF4-FFF2-40B4-BE49-F238E27FC236}">
                  <a16:creationId xmlns:a16="http://schemas.microsoft.com/office/drawing/2014/main" id="{FC85B217-5541-0263-C8FA-C891ECBB4C9B}"/>
                </a:ext>
              </a:extLst>
            </p:cNvPr>
            <p:cNvSpPr/>
            <p:nvPr/>
          </p:nvSpPr>
          <p:spPr>
            <a:xfrm>
              <a:off x="3285920" y="4607888"/>
              <a:ext cx="394978" cy="416238"/>
            </a:xfrm>
            <a:prstGeom prst="rect">
              <a:avLst/>
            </a:prstGeom>
            <a:solidFill>
              <a:srgbClr val="F4A5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9" name="Rectangle 508">
              <a:extLst>
                <a:ext uri="{FF2B5EF4-FFF2-40B4-BE49-F238E27FC236}">
                  <a16:creationId xmlns:a16="http://schemas.microsoft.com/office/drawing/2014/main" id="{03F5C722-A16D-A066-9A0D-97B6A03CF576}"/>
                </a:ext>
              </a:extLst>
            </p:cNvPr>
            <p:cNvSpPr/>
            <p:nvPr/>
          </p:nvSpPr>
          <p:spPr>
            <a:xfrm>
              <a:off x="5387318" y="4612397"/>
              <a:ext cx="412354" cy="416238"/>
            </a:xfrm>
            <a:prstGeom prst="rect">
              <a:avLst/>
            </a:prstGeom>
            <a:solidFill>
              <a:srgbClr val="2166A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Rectangle 509">
              <a:extLst>
                <a:ext uri="{FF2B5EF4-FFF2-40B4-BE49-F238E27FC236}">
                  <a16:creationId xmlns:a16="http://schemas.microsoft.com/office/drawing/2014/main" id="{036FA568-BD66-22B3-8B75-42E38F5693CA}"/>
                </a:ext>
              </a:extLst>
            </p:cNvPr>
            <p:cNvSpPr/>
            <p:nvPr/>
          </p:nvSpPr>
          <p:spPr>
            <a:xfrm>
              <a:off x="6212992" y="4612499"/>
              <a:ext cx="412354" cy="416238"/>
            </a:xfrm>
            <a:prstGeom prst="rect">
              <a:avLst/>
            </a:prstGeom>
            <a:solidFill>
              <a:srgbClr val="2166A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Rectangle 510">
              <a:extLst>
                <a:ext uri="{FF2B5EF4-FFF2-40B4-BE49-F238E27FC236}">
                  <a16:creationId xmlns:a16="http://schemas.microsoft.com/office/drawing/2014/main" id="{CEA16D02-6DEA-E5C0-3CD7-BC01A15CA984}"/>
                </a:ext>
              </a:extLst>
            </p:cNvPr>
            <p:cNvSpPr/>
            <p:nvPr/>
          </p:nvSpPr>
          <p:spPr>
            <a:xfrm>
              <a:off x="3698545" y="4608556"/>
              <a:ext cx="412354" cy="416238"/>
            </a:xfrm>
            <a:prstGeom prst="rect">
              <a:avLst/>
            </a:prstGeom>
            <a:solidFill>
              <a:srgbClr val="2166A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" name="Rectangle 511">
              <a:extLst>
                <a:ext uri="{FF2B5EF4-FFF2-40B4-BE49-F238E27FC236}">
                  <a16:creationId xmlns:a16="http://schemas.microsoft.com/office/drawing/2014/main" id="{07D10C40-F1EA-777F-2C08-523841FFD7BB}"/>
                </a:ext>
              </a:extLst>
            </p:cNvPr>
            <p:cNvSpPr/>
            <p:nvPr/>
          </p:nvSpPr>
          <p:spPr>
            <a:xfrm>
              <a:off x="5386990" y="5083686"/>
              <a:ext cx="412683" cy="427313"/>
            </a:xfrm>
            <a:prstGeom prst="rect">
              <a:avLst/>
            </a:prstGeom>
            <a:solidFill>
              <a:srgbClr val="5CCA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" name="Oval 512">
              <a:extLst>
                <a:ext uri="{FF2B5EF4-FFF2-40B4-BE49-F238E27FC236}">
                  <a16:creationId xmlns:a16="http://schemas.microsoft.com/office/drawing/2014/main" id="{5B0FC104-6329-B744-64F5-0E69F99F587A}"/>
                </a:ext>
              </a:extLst>
            </p:cNvPr>
            <p:cNvSpPr/>
            <p:nvPr/>
          </p:nvSpPr>
          <p:spPr>
            <a:xfrm>
              <a:off x="5521661" y="5961276"/>
              <a:ext cx="331644" cy="331644"/>
            </a:xfrm>
            <a:prstGeom prst="ellipse">
              <a:avLst/>
            </a:prstGeom>
            <a:solidFill>
              <a:srgbClr val="F4A58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1</a:t>
              </a:r>
            </a:p>
          </p:txBody>
        </p:sp>
        <p:sp>
          <p:nvSpPr>
            <p:cNvPr id="514" name="Rectangle 513">
              <a:extLst>
                <a:ext uri="{FF2B5EF4-FFF2-40B4-BE49-F238E27FC236}">
                  <a16:creationId xmlns:a16="http://schemas.microsoft.com/office/drawing/2014/main" id="{BD716435-4C51-D6AA-B47A-AFE61928B27C}"/>
                </a:ext>
              </a:extLst>
            </p:cNvPr>
            <p:cNvSpPr/>
            <p:nvPr/>
          </p:nvSpPr>
          <p:spPr>
            <a:xfrm>
              <a:off x="5365817" y="6855032"/>
              <a:ext cx="413207" cy="416238"/>
            </a:xfrm>
            <a:prstGeom prst="rect">
              <a:avLst/>
            </a:prstGeom>
            <a:solidFill>
              <a:srgbClr val="FFD9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Rectangle 514">
              <a:extLst>
                <a:ext uri="{FF2B5EF4-FFF2-40B4-BE49-F238E27FC236}">
                  <a16:creationId xmlns:a16="http://schemas.microsoft.com/office/drawing/2014/main" id="{C4DC5F91-90E6-1076-AEC2-20C13B9A944C}"/>
                </a:ext>
              </a:extLst>
            </p:cNvPr>
            <p:cNvSpPr/>
            <p:nvPr/>
          </p:nvSpPr>
          <p:spPr>
            <a:xfrm>
              <a:off x="5365817" y="7333799"/>
              <a:ext cx="409811" cy="416238"/>
            </a:xfrm>
            <a:prstGeom prst="rect">
              <a:avLst/>
            </a:prstGeom>
            <a:solidFill>
              <a:srgbClr val="F4A5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6" name="Rectangle 515">
              <a:extLst>
                <a:ext uri="{FF2B5EF4-FFF2-40B4-BE49-F238E27FC236}">
                  <a16:creationId xmlns:a16="http://schemas.microsoft.com/office/drawing/2014/main" id="{12FE949F-AFDF-9D8A-F7B7-3D9FBCDB8D04}"/>
                </a:ext>
              </a:extLst>
            </p:cNvPr>
            <p:cNvSpPr/>
            <p:nvPr/>
          </p:nvSpPr>
          <p:spPr>
            <a:xfrm>
              <a:off x="5802947" y="7333663"/>
              <a:ext cx="409811" cy="416238"/>
            </a:xfrm>
            <a:prstGeom prst="rect">
              <a:avLst/>
            </a:prstGeom>
            <a:solidFill>
              <a:srgbClr val="F4A5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7" name="Rectangle 516">
              <a:extLst>
                <a:ext uri="{FF2B5EF4-FFF2-40B4-BE49-F238E27FC236}">
                  <a16:creationId xmlns:a16="http://schemas.microsoft.com/office/drawing/2014/main" id="{476E5188-5F89-672B-8E86-2B8E269506F7}"/>
                </a:ext>
              </a:extLst>
            </p:cNvPr>
            <p:cNvSpPr/>
            <p:nvPr/>
          </p:nvSpPr>
          <p:spPr>
            <a:xfrm>
              <a:off x="6212938" y="6855696"/>
              <a:ext cx="409811" cy="416238"/>
            </a:xfrm>
            <a:prstGeom prst="rect">
              <a:avLst/>
            </a:prstGeom>
            <a:solidFill>
              <a:srgbClr val="F4A5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8" name="TextBox 517">
              <a:extLst>
                <a:ext uri="{FF2B5EF4-FFF2-40B4-BE49-F238E27FC236}">
                  <a16:creationId xmlns:a16="http://schemas.microsoft.com/office/drawing/2014/main" id="{B4DA5807-E251-950A-11DB-841C821A7667}"/>
                </a:ext>
              </a:extLst>
            </p:cNvPr>
            <p:cNvSpPr txBox="1"/>
            <p:nvPr/>
          </p:nvSpPr>
          <p:spPr>
            <a:xfrm>
              <a:off x="7925281" y="6669383"/>
              <a:ext cx="2069173" cy="11079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Shuffled </a:t>
              </a:r>
            </a:p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groups (CI) </a:t>
              </a:r>
            </a:p>
            <a:p>
              <a:pPr algn="ctr"/>
              <a:endParaRPr lang="en-US" sz="2200" dirty="0">
                <a:latin typeface="Aptos" panose="020F0502020204030204" pitchFamily="34" charset="0"/>
              </a:endParaRPr>
            </a:p>
          </p:txBody>
        </p:sp>
        <p:sp>
          <p:nvSpPr>
            <p:cNvPr id="519" name="TextBox 518">
              <a:extLst>
                <a:ext uri="{FF2B5EF4-FFF2-40B4-BE49-F238E27FC236}">
                  <a16:creationId xmlns:a16="http://schemas.microsoft.com/office/drawing/2014/main" id="{2190C39A-31F1-7000-D22F-B5FF2185F673}"/>
                </a:ext>
              </a:extLst>
            </p:cNvPr>
            <p:cNvSpPr txBox="1"/>
            <p:nvPr/>
          </p:nvSpPr>
          <p:spPr>
            <a:xfrm>
              <a:off x="621325" y="-104420"/>
              <a:ext cx="4443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latin typeface="Helvetica" pitchFamily="2" charset="0"/>
                </a:rPr>
                <a:t>B</a:t>
              </a:r>
            </a:p>
          </p:txBody>
        </p:sp>
      </p:grpSp>
      <p:sp>
        <p:nvSpPr>
          <p:cNvPr id="664" name="Left Brace 663">
            <a:extLst>
              <a:ext uri="{FF2B5EF4-FFF2-40B4-BE49-F238E27FC236}">
                <a16:creationId xmlns:a16="http://schemas.microsoft.com/office/drawing/2014/main" id="{81DF3E29-05F9-297F-0963-AAD54C94AD78}"/>
              </a:ext>
            </a:extLst>
          </p:cNvPr>
          <p:cNvSpPr/>
          <p:nvPr/>
        </p:nvSpPr>
        <p:spPr>
          <a:xfrm flipH="1">
            <a:off x="6867732" y="4998101"/>
            <a:ext cx="165807" cy="137028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5" name="Left Brace 664">
            <a:extLst>
              <a:ext uri="{FF2B5EF4-FFF2-40B4-BE49-F238E27FC236}">
                <a16:creationId xmlns:a16="http://schemas.microsoft.com/office/drawing/2014/main" id="{485C4C16-A28D-58D2-A1CD-5D375C3CA0E9}"/>
              </a:ext>
            </a:extLst>
          </p:cNvPr>
          <p:cNvSpPr/>
          <p:nvPr/>
        </p:nvSpPr>
        <p:spPr>
          <a:xfrm flipH="1">
            <a:off x="16388060" y="6369099"/>
            <a:ext cx="193077" cy="1553779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819935A-59AD-70D6-1CC8-DFEB10C24376}"/>
              </a:ext>
            </a:extLst>
          </p:cNvPr>
          <p:cNvCxnSpPr>
            <a:cxnSpLocks/>
          </p:cNvCxnSpPr>
          <p:nvPr/>
        </p:nvCxnSpPr>
        <p:spPr>
          <a:xfrm>
            <a:off x="9531744" y="536065"/>
            <a:ext cx="0" cy="6898821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7676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6AFFC19A-B552-51E7-1ED8-9B97C35085B3}"/>
              </a:ext>
            </a:extLst>
          </p:cNvPr>
          <p:cNvGrpSpPr/>
          <p:nvPr/>
        </p:nvGrpSpPr>
        <p:grpSpPr>
          <a:xfrm>
            <a:off x="-110174" y="-195701"/>
            <a:ext cx="11152142" cy="7854457"/>
            <a:chOff x="-887255" y="-104420"/>
            <a:chExt cx="11152142" cy="7854457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6AD7EB78-6353-C5D2-8564-D401BF512523}"/>
                </a:ext>
              </a:extLst>
            </p:cNvPr>
            <p:cNvGrpSpPr/>
            <p:nvPr/>
          </p:nvGrpSpPr>
          <p:grpSpPr>
            <a:xfrm>
              <a:off x="1236777" y="745794"/>
              <a:ext cx="6223563" cy="451499"/>
              <a:chOff x="690731" y="473738"/>
              <a:chExt cx="3933620" cy="285371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FA149D-EEB9-EED0-AD76-720DDE5A2734}"/>
                  </a:ext>
                </a:extLst>
              </p:cNvPr>
              <p:cNvSpPr/>
              <p:nvPr/>
            </p:nvSpPr>
            <p:spPr>
              <a:xfrm>
                <a:off x="690731" y="480378"/>
                <a:ext cx="3931920" cy="27058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825F9559-50C0-70AF-F1EE-B61769A36C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6360" y="480378"/>
                <a:ext cx="0" cy="27058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3125EA93-487D-A1BA-F6FB-1A56885BAC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91154" y="488529"/>
                <a:ext cx="0" cy="27058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EE5D4B39-9900-9CBE-3EC5-B8C90C73A4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55948" y="478669"/>
                <a:ext cx="0" cy="27058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FB4925BA-EE5E-420C-C864-00888808BD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20742" y="486820"/>
                <a:ext cx="0" cy="27058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0" name="Group 79">
                <a:extLst>
                  <a:ext uri="{FF2B5EF4-FFF2-40B4-BE49-F238E27FC236}">
                    <a16:creationId xmlns:a16="http://schemas.microsoft.com/office/drawing/2014/main" id="{4A82DF99-0BEB-C4CB-04B0-C39035EDA9CD}"/>
                  </a:ext>
                </a:extLst>
              </p:cNvPr>
              <p:cNvGrpSpPr/>
              <p:nvPr/>
            </p:nvGrpSpPr>
            <p:grpSpPr>
              <a:xfrm>
                <a:off x="1985536" y="475448"/>
                <a:ext cx="252573" cy="278731"/>
                <a:chOff x="825191" y="1029630"/>
                <a:chExt cx="230457" cy="254325"/>
              </a:xfrm>
            </p:grpSpPr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367254AB-1B8D-377D-3BAC-2A28867B8A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25191" y="1029630"/>
                  <a:ext cx="0" cy="24688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8A05CB3A-0B3F-18B4-8E91-31BD35008B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5648" y="1037067"/>
                  <a:ext cx="0" cy="24688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29D65A34-4E50-FBC2-D308-35FCF65EB889}"/>
                  </a:ext>
                </a:extLst>
              </p:cNvPr>
              <p:cNvGrpSpPr/>
              <p:nvPr/>
            </p:nvGrpSpPr>
            <p:grpSpPr>
              <a:xfrm>
                <a:off x="2502903" y="473738"/>
                <a:ext cx="264794" cy="278731"/>
                <a:chOff x="814040" y="1029630"/>
                <a:chExt cx="241608" cy="254325"/>
              </a:xfrm>
            </p:grpSpPr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7004B2F4-8286-DEF5-3AE6-FB18475A30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14040" y="1029630"/>
                  <a:ext cx="0" cy="24688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9A5087C4-45BC-72D8-06E5-3417FECE93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5648" y="1037067"/>
                  <a:ext cx="0" cy="246888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6" name="Group 65">
                <a:extLst>
                  <a:ext uri="{FF2B5EF4-FFF2-40B4-BE49-F238E27FC236}">
                    <a16:creationId xmlns:a16="http://schemas.microsoft.com/office/drawing/2014/main" id="{480AD0CF-D86A-A73F-F661-2B9A30D13286}"/>
                  </a:ext>
                </a:extLst>
              </p:cNvPr>
              <p:cNvGrpSpPr/>
              <p:nvPr/>
            </p:nvGrpSpPr>
            <p:grpSpPr>
              <a:xfrm>
                <a:off x="3044711" y="481681"/>
                <a:ext cx="794382" cy="277425"/>
                <a:chOff x="825191" y="1023385"/>
                <a:chExt cx="724824" cy="253133"/>
              </a:xfrm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4AE42E61-325A-9EB7-72E9-35B94C38AA9F}"/>
                    </a:ext>
                  </a:extLst>
                </p:cNvPr>
                <p:cNvGrpSpPr/>
                <p:nvPr/>
              </p:nvGrpSpPr>
              <p:grpSpPr>
                <a:xfrm>
                  <a:off x="825191" y="1027478"/>
                  <a:ext cx="241608" cy="249040"/>
                  <a:chOff x="825191" y="1027478"/>
                  <a:chExt cx="241608" cy="249040"/>
                </a:xfrm>
              </p:grpSpPr>
              <p:cxnSp>
                <p:nvCxnSpPr>
                  <p:cNvPr id="78" name="Straight Connector 77">
                    <a:extLst>
                      <a:ext uri="{FF2B5EF4-FFF2-40B4-BE49-F238E27FC236}">
                        <a16:creationId xmlns:a16="http://schemas.microsoft.com/office/drawing/2014/main" id="{858F414B-5E9A-F079-80F5-00B4448383A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" name="Straight Connector 78">
                    <a:extLst>
                      <a:ext uri="{FF2B5EF4-FFF2-40B4-BE49-F238E27FC236}">
                        <a16:creationId xmlns:a16="http://schemas.microsoft.com/office/drawing/2014/main" id="{BF66B503-BE58-03C5-E644-0818F321A2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66799" y="1027478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85EA315A-E302-88C9-27E4-8B820FE72B5F}"/>
                    </a:ext>
                  </a:extLst>
                </p:cNvPr>
                <p:cNvGrpSpPr/>
                <p:nvPr/>
              </p:nvGrpSpPr>
              <p:grpSpPr>
                <a:xfrm>
                  <a:off x="1308407" y="1023385"/>
                  <a:ext cx="241608" cy="251573"/>
                  <a:chOff x="825191" y="1024945"/>
                  <a:chExt cx="241608" cy="251573"/>
                </a:xfrm>
              </p:grpSpPr>
              <p:cxnSp>
                <p:nvCxnSpPr>
                  <p:cNvPr id="76" name="Straight Connector 75">
                    <a:extLst>
                      <a:ext uri="{FF2B5EF4-FFF2-40B4-BE49-F238E27FC236}">
                        <a16:creationId xmlns:a16="http://schemas.microsoft.com/office/drawing/2014/main" id="{6CB97613-4280-E639-20F9-EF315333708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7" name="Straight Connector 76">
                    <a:extLst>
                      <a:ext uri="{FF2B5EF4-FFF2-40B4-BE49-F238E27FC236}">
                        <a16:creationId xmlns:a16="http://schemas.microsoft.com/office/drawing/2014/main" id="{B0FBC7A1-39B3-E947-8DEE-CCBCF1C92F1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66799" y="1024945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BA70B6D8-B6F5-AE74-50B1-331C6E90DBF8}"/>
                  </a:ext>
                </a:extLst>
              </p:cNvPr>
              <p:cNvGrpSpPr/>
              <p:nvPr/>
            </p:nvGrpSpPr>
            <p:grpSpPr>
              <a:xfrm>
                <a:off x="4103886" y="481235"/>
                <a:ext cx="520465" cy="272939"/>
                <a:chOff x="825191" y="1027478"/>
                <a:chExt cx="474892" cy="249040"/>
              </a:xfrm>
            </p:grpSpPr>
            <p:grpSp>
              <p:nvGrpSpPr>
                <p:cNvPr id="68" name="Group 67">
                  <a:extLst>
                    <a:ext uri="{FF2B5EF4-FFF2-40B4-BE49-F238E27FC236}">
                      <a16:creationId xmlns:a16="http://schemas.microsoft.com/office/drawing/2014/main" id="{3D45CEBC-60DE-F8A3-F949-1DBB0C994752}"/>
                    </a:ext>
                  </a:extLst>
                </p:cNvPr>
                <p:cNvGrpSpPr/>
                <p:nvPr/>
              </p:nvGrpSpPr>
              <p:grpSpPr>
                <a:xfrm>
                  <a:off x="825191" y="1027478"/>
                  <a:ext cx="241608" cy="249040"/>
                  <a:chOff x="825191" y="1027478"/>
                  <a:chExt cx="241608" cy="249040"/>
                </a:xfrm>
              </p:grpSpPr>
              <p:cxnSp>
                <p:nvCxnSpPr>
                  <p:cNvPr id="72" name="Straight Connector 71">
                    <a:extLst>
                      <a:ext uri="{FF2B5EF4-FFF2-40B4-BE49-F238E27FC236}">
                        <a16:creationId xmlns:a16="http://schemas.microsoft.com/office/drawing/2014/main" id="{F17B2C14-7DB9-7DD6-08AE-95B8AFE867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Straight Connector 72">
                    <a:extLst>
                      <a:ext uri="{FF2B5EF4-FFF2-40B4-BE49-F238E27FC236}">
                        <a16:creationId xmlns:a16="http://schemas.microsoft.com/office/drawing/2014/main" id="{6178D56A-D8EC-EFEB-C9FE-D7948F13FF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66799" y="1027478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C0D17B98-4481-889E-A50B-B5FF3685665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00083" y="1028070"/>
                  <a:ext cx="0" cy="24688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D2C38325-330A-A11C-D96D-CC1B689EF93B}"/>
                </a:ext>
              </a:extLst>
            </p:cNvPr>
            <p:cNvGrpSpPr/>
            <p:nvPr/>
          </p:nvGrpSpPr>
          <p:grpSpPr>
            <a:xfrm>
              <a:off x="1236777" y="2590235"/>
              <a:ext cx="6232987" cy="446090"/>
              <a:chOff x="2982256" y="1059767"/>
              <a:chExt cx="6232987" cy="446090"/>
            </a:xfrm>
          </p:grpSpPr>
          <p:sp>
            <p:nvSpPr>
              <p:cNvPr id="132" name="Rectangle 131">
                <a:extLst>
                  <a:ext uri="{FF2B5EF4-FFF2-40B4-BE49-F238E27FC236}">
                    <a16:creationId xmlns:a16="http://schemas.microsoft.com/office/drawing/2014/main" id="{A4E7A8F6-8A8C-DA52-D883-2B745F599E56}"/>
                  </a:ext>
                </a:extLst>
              </p:cNvPr>
              <p:cNvSpPr/>
              <p:nvPr/>
            </p:nvSpPr>
            <p:spPr>
              <a:xfrm>
                <a:off x="6710575" y="1066734"/>
                <a:ext cx="416658" cy="433351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B02ED1BD-CE34-0036-E03D-D7E148444B37}"/>
                  </a:ext>
                </a:extLst>
              </p:cNvPr>
              <p:cNvSpPr/>
              <p:nvPr/>
            </p:nvSpPr>
            <p:spPr>
              <a:xfrm>
                <a:off x="7122832" y="1074365"/>
                <a:ext cx="425575" cy="416238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5E6E332E-92D6-B68E-3CC8-68047E17B008}"/>
                  </a:ext>
                </a:extLst>
              </p:cNvPr>
              <p:cNvSpPr/>
              <p:nvPr/>
            </p:nvSpPr>
            <p:spPr>
              <a:xfrm>
                <a:off x="7548606" y="1076939"/>
                <a:ext cx="411841" cy="416238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299FE7BB-91EB-806E-58EC-3C9AA70350DD}"/>
                  </a:ext>
                </a:extLst>
              </p:cNvPr>
              <p:cNvSpPr/>
              <p:nvPr/>
            </p:nvSpPr>
            <p:spPr>
              <a:xfrm>
                <a:off x="7963137" y="1077589"/>
                <a:ext cx="419225" cy="416238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3F8506B2-157C-597B-22F5-36D596438DA5}"/>
                  </a:ext>
                </a:extLst>
              </p:cNvPr>
              <p:cNvSpPr/>
              <p:nvPr/>
            </p:nvSpPr>
            <p:spPr>
              <a:xfrm>
                <a:off x="8382362" y="1077589"/>
                <a:ext cx="415017" cy="416238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5B8A0B99-3A8A-3E22-A3A7-8A57A4057109}"/>
                  </a:ext>
                </a:extLst>
              </p:cNvPr>
              <p:cNvSpPr/>
              <p:nvPr/>
            </p:nvSpPr>
            <p:spPr>
              <a:xfrm>
                <a:off x="8806313" y="1076883"/>
                <a:ext cx="408930" cy="416238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369B2B45-41FD-5395-5838-919E3B2A87B5}"/>
                  </a:ext>
                </a:extLst>
              </p:cNvPr>
              <p:cNvSpPr/>
              <p:nvPr/>
            </p:nvSpPr>
            <p:spPr>
              <a:xfrm>
                <a:off x="2988608" y="1065375"/>
                <a:ext cx="372795" cy="432485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4D93D92E-F5B8-F08E-59DD-F7B9F855F5FA}"/>
                  </a:ext>
                </a:extLst>
              </p:cNvPr>
              <p:cNvSpPr/>
              <p:nvPr/>
            </p:nvSpPr>
            <p:spPr>
              <a:xfrm>
                <a:off x="3361408" y="1067571"/>
                <a:ext cx="412304" cy="432159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C36AD230-E0E6-5F7F-BBE5-0B6F372E3280}"/>
                  </a:ext>
                </a:extLst>
              </p:cNvPr>
              <p:cNvSpPr/>
              <p:nvPr/>
            </p:nvSpPr>
            <p:spPr>
              <a:xfrm>
                <a:off x="3780349" y="1075366"/>
                <a:ext cx="412354" cy="416238"/>
              </a:xfrm>
              <a:prstGeom prst="rect">
                <a:avLst/>
              </a:prstGeom>
              <a:solidFill>
                <a:srgbClr val="7FBC4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152A52B6-967B-DFD0-B8A8-A38496BE5E5C}"/>
                  </a:ext>
                </a:extLst>
              </p:cNvPr>
              <p:cNvSpPr/>
              <p:nvPr/>
            </p:nvSpPr>
            <p:spPr>
              <a:xfrm>
                <a:off x="4199340" y="1068860"/>
                <a:ext cx="411972" cy="431519"/>
              </a:xfrm>
              <a:prstGeom prst="rect">
                <a:avLst/>
              </a:prstGeom>
              <a:solidFill>
                <a:srgbClr val="DE77A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7" name="Rectangle 126">
                <a:extLst>
                  <a:ext uri="{FF2B5EF4-FFF2-40B4-BE49-F238E27FC236}">
                    <a16:creationId xmlns:a16="http://schemas.microsoft.com/office/drawing/2014/main" id="{157A6E95-A0F3-8288-FC04-FF91DCC83160}"/>
                  </a:ext>
                </a:extLst>
              </p:cNvPr>
              <p:cNvSpPr/>
              <p:nvPr/>
            </p:nvSpPr>
            <p:spPr>
              <a:xfrm>
                <a:off x="4615998" y="1074660"/>
                <a:ext cx="410109" cy="416238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DEEB92A4-E816-3983-B3A8-7244CD9631E0}"/>
                  </a:ext>
                </a:extLst>
              </p:cNvPr>
              <p:cNvSpPr/>
              <p:nvPr/>
            </p:nvSpPr>
            <p:spPr>
              <a:xfrm>
                <a:off x="5029967" y="1077234"/>
                <a:ext cx="400754" cy="41623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811591DD-1C4F-54CB-60AD-B46069A83268}"/>
                  </a:ext>
                </a:extLst>
              </p:cNvPr>
              <p:cNvSpPr/>
              <p:nvPr/>
            </p:nvSpPr>
            <p:spPr>
              <a:xfrm>
                <a:off x="5436692" y="1077884"/>
                <a:ext cx="412683" cy="416238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8994FD03-C8B9-96A1-62C5-32F9244A0B72}"/>
                  </a:ext>
                </a:extLst>
              </p:cNvPr>
              <p:cNvSpPr/>
              <p:nvPr/>
            </p:nvSpPr>
            <p:spPr>
              <a:xfrm>
                <a:off x="5849001" y="1077884"/>
                <a:ext cx="412683" cy="416238"/>
              </a:xfrm>
              <a:prstGeom prst="rect">
                <a:avLst/>
              </a:prstGeom>
              <a:solidFill>
                <a:srgbClr val="7FBC4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DF80EF18-984C-7CAD-442E-879AF9F24432}"/>
                  </a:ext>
                </a:extLst>
              </p:cNvPr>
              <p:cNvSpPr/>
              <p:nvPr/>
            </p:nvSpPr>
            <p:spPr>
              <a:xfrm>
                <a:off x="6268033" y="1077178"/>
                <a:ext cx="436871" cy="416238"/>
              </a:xfrm>
              <a:prstGeom prst="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D3A748EE-3D34-450A-A3D4-66074FEE4E01}"/>
                  </a:ext>
                </a:extLst>
              </p:cNvPr>
              <p:cNvGrpSpPr/>
              <p:nvPr/>
            </p:nvGrpSpPr>
            <p:grpSpPr>
              <a:xfrm>
                <a:off x="2982256" y="1059767"/>
                <a:ext cx="6223563" cy="446090"/>
                <a:chOff x="690731" y="475448"/>
                <a:chExt cx="3933620" cy="281952"/>
              </a:xfrm>
            </p:grpSpPr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1C5EA62B-CCAC-46BE-5384-4901D94C6D58}"/>
                    </a:ext>
                  </a:extLst>
                </p:cNvPr>
                <p:cNvSpPr/>
                <p:nvPr/>
              </p:nvSpPr>
              <p:spPr>
                <a:xfrm>
                  <a:off x="690731" y="480378"/>
                  <a:ext cx="3931920" cy="27058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6" name="Straight Connector 95">
                  <a:extLst>
                    <a:ext uri="{FF2B5EF4-FFF2-40B4-BE49-F238E27FC236}">
                      <a16:creationId xmlns:a16="http://schemas.microsoft.com/office/drawing/2014/main" id="{BCBB0523-4649-E6F7-0FC7-B6E4B57906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6360" y="480378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7" name="Straight Connector 96">
                  <a:extLst>
                    <a:ext uri="{FF2B5EF4-FFF2-40B4-BE49-F238E27FC236}">
                      <a16:creationId xmlns:a16="http://schemas.microsoft.com/office/drawing/2014/main" id="{19B92FFE-17F9-DB76-0FE0-0B91C84568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1154" y="486049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38EFB390-57A3-7478-5288-418D5ED4EE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55948" y="478669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BC9EB32-B859-0AC8-B382-7632D5B7F5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20742" y="486820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782DFC5E-BC31-F42F-B89A-9D48F4DF9ECB}"/>
                    </a:ext>
                  </a:extLst>
                </p:cNvPr>
                <p:cNvGrpSpPr/>
                <p:nvPr/>
              </p:nvGrpSpPr>
              <p:grpSpPr>
                <a:xfrm>
                  <a:off x="1985536" y="475448"/>
                  <a:ext cx="252573" cy="278731"/>
                  <a:chOff x="825191" y="1029630"/>
                  <a:chExt cx="230457" cy="254325"/>
                </a:xfrm>
              </p:grpSpPr>
              <p:cxnSp>
                <p:nvCxnSpPr>
                  <p:cNvPr id="116" name="Straight Connector 115">
                    <a:extLst>
                      <a:ext uri="{FF2B5EF4-FFF2-40B4-BE49-F238E27FC236}">
                        <a16:creationId xmlns:a16="http://schemas.microsoft.com/office/drawing/2014/main" id="{5C6A0B79-36E5-26E2-5E1D-8E1D6B256A5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29630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Straight Connector 116">
                    <a:extLst>
                      <a:ext uri="{FF2B5EF4-FFF2-40B4-BE49-F238E27FC236}">
                        <a16:creationId xmlns:a16="http://schemas.microsoft.com/office/drawing/2014/main" id="{C7425E30-2E38-E7A0-0BEC-F105C79DA5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5648" y="103706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bg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928449B0-9C2E-B5A4-7213-CAAEE49C9BAF}"/>
                    </a:ext>
                  </a:extLst>
                </p:cNvPr>
                <p:cNvGrpSpPr/>
                <p:nvPr/>
              </p:nvGrpSpPr>
              <p:grpSpPr>
                <a:xfrm>
                  <a:off x="2502903" y="481243"/>
                  <a:ext cx="264794" cy="271227"/>
                  <a:chOff x="814040" y="1036477"/>
                  <a:chExt cx="241608" cy="247478"/>
                </a:xfrm>
              </p:grpSpPr>
              <p:cxnSp>
                <p:nvCxnSpPr>
                  <p:cNvPr id="114" name="Straight Connector 113">
                    <a:extLst>
                      <a:ext uri="{FF2B5EF4-FFF2-40B4-BE49-F238E27FC236}">
                        <a16:creationId xmlns:a16="http://schemas.microsoft.com/office/drawing/2014/main" id="{88892845-6367-51C3-01BD-F8300F4B29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14040" y="103647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Straight Connector 114">
                    <a:extLst>
                      <a:ext uri="{FF2B5EF4-FFF2-40B4-BE49-F238E27FC236}">
                        <a16:creationId xmlns:a16="http://schemas.microsoft.com/office/drawing/2014/main" id="{74B3BBB6-5B16-E0C0-BFEA-742C1443D7F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5648" y="103706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0ADCB73E-3285-245F-C62E-D40569FD458E}"/>
                    </a:ext>
                  </a:extLst>
                </p:cNvPr>
                <p:cNvGrpSpPr/>
                <p:nvPr/>
              </p:nvGrpSpPr>
              <p:grpSpPr>
                <a:xfrm>
                  <a:off x="3044711" y="481196"/>
                  <a:ext cx="794382" cy="276201"/>
                  <a:chOff x="825191" y="1022942"/>
                  <a:chExt cx="724824" cy="252016"/>
                </a:xfrm>
              </p:grpSpPr>
              <p:grpSp>
                <p:nvGrpSpPr>
                  <p:cNvPr id="108" name="Group 107">
                    <a:extLst>
                      <a:ext uri="{FF2B5EF4-FFF2-40B4-BE49-F238E27FC236}">
                        <a16:creationId xmlns:a16="http://schemas.microsoft.com/office/drawing/2014/main" id="{0BA913C5-9AB2-851C-DB90-C3AB31671AB2}"/>
                      </a:ext>
                    </a:extLst>
                  </p:cNvPr>
                  <p:cNvGrpSpPr/>
                  <p:nvPr/>
                </p:nvGrpSpPr>
                <p:grpSpPr>
                  <a:xfrm>
                    <a:off x="825191" y="1022942"/>
                    <a:ext cx="241608" cy="249050"/>
                    <a:chOff x="825191" y="1022942"/>
                    <a:chExt cx="241608" cy="249050"/>
                  </a:xfrm>
                </p:grpSpPr>
                <p:cxnSp>
                  <p:nvCxnSpPr>
                    <p:cNvPr id="112" name="Straight Connector 111">
                      <a:extLst>
                        <a:ext uri="{FF2B5EF4-FFF2-40B4-BE49-F238E27FC236}">
                          <a16:creationId xmlns:a16="http://schemas.microsoft.com/office/drawing/2014/main" id="{E4FD0C5C-451A-523F-BE8E-75413343428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5104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3" name="Straight Connector 112">
                      <a:extLst>
                        <a:ext uri="{FF2B5EF4-FFF2-40B4-BE49-F238E27FC236}">
                          <a16:creationId xmlns:a16="http://schemas.microsoft.com/office/drawing/2014/main" id="{DF1046ED-591E-0B37-88E5-F1DFC1E20A6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2942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09" name="Group 108">
                    <a:extLst>
                      <a:ext uri="{FF2B5EF4-FFF2-40B4-BE49-F238E27FC236}">
                        <a16:creationId xmlns:a16="http://schemas.microsoft.com/office/drawing/2014/main" id="{2B09C7EB-A1CE-B81F-89A2-1C2EA7B699D6}"/>
                      </a:ext>
                    </a:extLst>
                  </p:cNvPr>
                  <p:cNvGrpSpPr/>
                  <p:nvPr/>
                </p:nvGrpSpPr>
                <p:grpSpPr>
                  <a:xfrm>
                    <a:off x="1308407" y="1023385"/>
                    <a:ext cx="241608" cy="251573"/>
                    <a:chOff x="825191" y="1024945"/>
                    <a:chExt cx="241608" cy="251573"/>
                  </a:xfrm>
                </p:grpSpPr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B8FEDC4-5364-72A3-273B-86A7FBDCEC2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1" name="Straight Connector 110">
                      <a:extLst>
                        <a:ext uri="{FF2B5EF4-FFF2-40B4-BE49-F238E27FC236}">
                          <a16:creationId xmlns:a16="http://schemas.microsoft.com/office/drawing/2014/main" id="{60D3496F-A33F-D88F-4AAD-3F93B02E84B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4945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03" name="Group 102">
                  <a:extLst>
                    <a:ext uri="{FF2B5EF4-FFF2-40B4-BE49-F238E27FC236}">
                      <a16:creationId xmlns:a16="http://schemas.microsoft.com/office/drawing/2014/main" id="{718F00B5-61AC-8EAA-26B6-3AB3DF9BBB4F}"/>
                    </a:ext>
                  </a:extLst>
                </p:cNvPr>
                <p:cNvGrpSpPr/>
                <p:nvPr/>
              </p:nvGrpSpPr>
              <p:grpSpPr>
                <a:xfrm>
                  <a:off x="4103886" y="481235"/>
                  <a:ext cx="520465" cy="272939"/>
                  <a:chOff x="825191" y="1027478"/>
                  <a:chExt cx="474892" cy="249040"/>
                </a:xfrm>
              </p:grpSpPr>
              <p:grpSp>
                <p:nvGrpSpPr>
                  <p:cNvPr id="104" name="Group 103">
                    <a:extLst>
                      <a:ext uri="{FF2B5EF4-FFF2-40B4-BE49-F238E27FC236}">
                        <a16:creationId xmlns:a16="http://schemas.microsoft.com/office/drawing/2014/main" id="{228B0813-2CF7-4E1A-9F2F-443CC827FD04}"/>
                      </a:ext>
                    </a:extLst>
                  </p:cNvPr>
                  <p:cNvGrpSpPr/>
                  <p:nvPr/>
                </p:nvGrpSpPr>
                <p:grpSpPr>
                  <a:xfrm>
                    <a:off x="825191" y="1027478"/>
                    <a:ext cx="241608" cy="249040"/>
                    <a:chOff x="825191" y="1027478"/>
                    <a:chExt cx="241608" cy="249040"/>
                  </a:xfrm>
                </p:grpSpPr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8D65F304-EFF6-7B89-6EA0-0D667FC96BC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3C271D26-B6FC-91CC-B863-B4DD53829E4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7478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05" name="Straight Connector 104">
                    <a:extLst>
                      <a:ext uri="{FF2B5EF4-FFF2-40B4-BE49-F238E27FC236}">
                        <a16:creationId xmlns:a16="http://schemas.microsoft.com/office/drawing/2014/main" id="{A9F31ADD-31CA-DC52-8169-7B6FDEDDFC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00083" y="1028070"/>
                    <a:ext cx="0" cy="246887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272ADCC-7482-2E74-67D6-45850F871F9A}"/>
                </a:ext>
              </a:extLst>
            </p:cNvPr>
            <p:cNvSpPr/>
            <p:nvPr/>
          </p:nvSpPr>
          <p:spPr>
            <a:xfrm>
              <a:off x="3126170" y="2191004"/>
              <a:ext cx="331644" cy="331644"/>
            </a:xfrm>
            <a:prstGeom prst="rect">
              <a:avLst/>
            </a:prstGeom>
            <a:solidFill>
              <a:srgbClr val="DE77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1</a:t>
              </a:r>
            </a:p>
          </p:txBody>
        </p: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F5BEC547-0B9B-F3B7-872F-B3EAD0410605}"/>
                </a:ext>
              </a:extLst>
            </p:cNvPr>
            <p:cNvGrpSpPr/>
            <p:nvPr/>
          </p:nvGrpSpPr>
          <p:grpSpPr>
            <a:xfrm>
              <a:off x="1236777" y="4122559"/>
              <a:ext cx="6223563" cy="441918"/>
              <a:chOff x="2982256" y="1063939"/>
              <a:chExt cx="6223563" cy="441918"/>
            </a:xfrm>
          </p:grpSpPr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3131D5B4-AE55-7466-60AE-0DAE091BEE95}"/>
                  </a:ext>
                </a:extLst>
              </p:cNvPr>
              <p:cNvSpPr/>
              <p:nvPr/>
            </p:nvSpPr>
            <p:spPr>
              <a:xfrm>
                <a:off x="6710575" y="1063939"/>
                <a:ext cx="425574" cy="436146"/>
              </a:xfrm>
              <a:prstGeom prst="rect">
                <a:avLst/>
              </a:prstGeom>
              <a:solidFill>
                <a:srgbClr val="5CCAC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49A2C274-EC08-2B41-C4E2-B08C67E16BCB}"/>
                  </a:ext>
                </a:extLst>
              </p:cNvPr>
              <p:cNvSpPr/>
              <p:nvPr/>
            </p:nvSpPr>
            <p:spPr>
              <a:xfrm>
                <a:off x="7129182" y="1074365"/>
                <a:ext cx="419225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A85E20C6-72FC-47AA-98AF-1976C1CD3402}"/>
                  </a:ext>
                </a:extLst>
              </p:cNvPr>
              <p:cNvSpPr/>
              <p:nvPr/>
            </p:nvSpPr>
            <p:spPr>
              <a:xfrm>
                <a:off x="7548606" y="1076939"/>
                <a:ext cx="409811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EB138A3-1EF5-9C79-F1CF-B03457BEB0CC}"/>
                  </a:ext>
                </a:extLst>
              </p:cNvPr>
              <p:cNvSpPr/>
              <p:nvPr/>
            </p:nvSpPr>
            <p:spPr>
              <a:xfrm>
                <a:off x="7963137" y="1077589"/>
                <a:ext cx="419225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34F9D575-B859-BD62-6ED9-7BC9353D5FCB}"/>
                  </a:ext>
                </a:extLst>
              </p:cNvPr>
              <p:cNvSpPr/>
              <p:nvPr/>
            </p:nvSpPr>
            <p:spPr>
              <a:xfrm>
                <a:off x="8382362" y="1077589"/>
                <a:ext cx="415017" cy="4162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F1F0FC2B-605D-3084-74F9-30055A749364}"/>
                  </a:ext>
                </a:extLst>
              </p:cNvPr>
              <p:cNvSpPr/>
              <p:nvPr/>
            </p:nvSpPr>
            <p:spPr>
              <a:xfrm>
                <a:off x="8806313" y="1076883"/>
                <a:ext cx="399506" cy="4162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60C8A06B-3E50-4911-ABAA-258544FC4A9F}"/>
                  </a:ext>
                </a:extLst>
              </p:cNvPr>
              <p:cNvSpPr/>
              <p:nvPr/>
            </p:nvSpPr>
            <p:spPr>
              <a:xfrm>
                <a:off x="2988608" y="1065643"/>
                <a:ext cx="372795" cy="432217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2537CCFF-94C4-A166-4DB5-E473B90BDE66}"/>
                  </a:ext>
                </a:extLst>
              </p:cNvPr>
              <p:cNvSpPr/>
              <p:nvPr/>
            </p:nvSpPr>
            <p:spPr>
              <a:xfrm>
                <a:off x="3361408" y="1065175"/>
                <a:ext cx="412304" cy="43455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634623BE-8D92-7D1E-4EB1-15FB7A17C46B}"/>
                  </a:ext>
                </a:extLst>
              </p:cNvPr>
              <p:cNvSpPr/>
              <p:nvPr/>
            </p:nvSpPr>
            <p:spPr>
              <a:xfrm>
                <a:off x="3780349" y="1075366"/>
                <a:ext cx="412354" cy="416238"/>
              </a:xfrm>
              <a:prstGeom prst="rect">
                <a:avLst/>
              </a:prstGeom>
              <a:solidFill>
                <a:srgbClr val="2166A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81A3BCC9-A757-F3DA-20C6-C23899A0D763}"/>
                  </a:ext>
                </a:extLst>
              </p:cNvPr>
              <p:cNvSpPr/>
              <p:nvPr/>
            </p:nvSpPr>
            <p:spPr>
              <a:xfrm>
                <a:off x="4199340" y="1077589"/>
                <a:ext cx="580409" cy="422791"/>
              </a:xfrm>
              <a:prstGeom prst="rect">
                <a:avLst/>
              </a:prstGeom>
              <a:solidFill>
                <a:srgbClr val="5CCAC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74A6926C-6133-9294-601B-059D7D4A7131}"/>
                  </a:ext>
                </a:extLst>
              </p:cNvPr>
              <p:cNvSpPr/>
              <p:nvPr/>
            </p:nvSpPr>
            <p:spPr>
              <a:xfrm>
                <a:off x="4624490" y="1074660"/>
                <a:ext cx="318045" cy="4162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7376B275-0F6D-B1E8-1160-D41FEFAEB66A}"/>
                  </a:ext>
                </a:extLst>
              </p:cNvPr>
              <p:cNvSpPr/>
              <p:nvPr/>
            </p:nvSpPr>
            <p:spPr>
              <a:xfrm>
                <a:off x="5028921" y="1077234"/>
                <a:ext cx="412686" cy="416238"/>
              </a:xfrm>
              <a:prstGeom prst="rect">
                <a:avLst/>
              </a:prstGeom>
              <a:solidFill>
                <a:srgbClr val="5CCAC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2E103280-274D-7724-E9F4-7C86D035B51C}"/>
                  </a:ext>
                </a:extLst>
              </p:cNvPr>
              <p:cNvSpPr/>
              <p:nvPr/>
            </p:nvSpPr>
            <p:spPr>
              <a:xfrm>
                <a:off x="5436692" y="1072417"/>
                <a:ext cx="412683" cy="427313"/>
              </a:xfrm>
              <a:prstGeom prst="rect">
                <a:avLst/>
              </a:prstGeom>
              <a:solidFill>
                <a:srgbClr val="5CCAC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9EB03AB3-681C-A369-34BA-CC5C102B3324}"/>
                  </a:ext>
                </a:extLst>
              </p:cNvPr>
              <p:cNvSpPr/>
              <p:nvPr/>
            </p:nvSpPr>
            <p:spPr>
              <a:xfrm>
                <a:off x="5849001" y="1077884"/>
                <a:ext cx="412683" cy="416238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1EAEE897-1E0C-C8FD-D46B-CD2ED0D0D765}"/>
                  </a:ext>
                </a:extLst>
              </p:cNvPr>
              <p:cNvSpPr/>
              <p:nvPr/>
            </p:nvSpPr>
            <p:spPr>
              <a:xfrm>
                <a:off x="6268033" y="1077178"/>
                <a:ext cx="436871" cy="416238"/>
              </a:xfrm>
              <a:prstGeom prst="rect">
                <a:avLst/>
              </a:prstGeom>
              <a:solidFill>
                <a:srgbClr val="2166A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5" name="Group 194">
                <a:extLst>
                  <a:ext uri="{FF2B5EF4-FFF2-40B4-BE49-F238E27FC236}">
                    <a16:creationId xmlns:a16="http://schemas.microsoft.com/office/drawing/2014/main" id="{686B96F1-5E55-088D-8F0A-D6C8C4F4664F}"/>
                  </a:ext>
                </a:extLst>
              </p:cNvPr>
              <p:cNvGrpSpPr/>
              <p:nvPr/>
            </p:nvGrpSpPr>
            <p:grpSpPr>
              <a:xfrm>
                <a:off x="2982256" y="1064863"/>
                <a:ext cx="6223563" cy="440994"/>
                <a:chOff x="690731" y="478669"/>
                <a:chExt cx="3933620" cy="278731"/>
              </a:xfrm>
            </p:grpSpPr>
            <p:sp>
              <p:nvSpPr>
                <p:cNvPr id="196" name="Rectangle 195">
                  <a:extLst>
                    <a:ext uri="{FF2B5EF4-FFF2-40B4-BE49-F238E27FC236}">
                      <a16:creationId xmlns:a16="http://schemas.microsoft.com/office/drawing/2014/main" id="{D51D88DB-9DD0-419E-F3E5-8DBCCD49C385}"/>
                    </a:ext>
                  </a:extLst>
                </p:cNvPr>
                <p:cNvSpPr/>
                <p:nvPr/>
              </p:nvSpPr>
              <p:spPr>
                <a:xfrm>
                  <a:off x="690731" y="480378"/>
                  <a:ext cx="3931920" cy="27058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97" name="Straight Connector 196">
                  <a:extLst>
                    <a:ext uri="{FF2B5EF4-FFF2-40B4-BE49-F238E27FC236}">
                      <a16:creationId xmlns:a16="http://schemas.microsoft.com/office/drawing/2014/main" id="{F0FB1B04-20E8-5BEC-5938-E07CDE3CCA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6360" y="480378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53598032-ADAD-56A0-03D7-887F886C1B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91154" y="486049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Straight Connector 198">
                  <a:extLst>
                    <a:ext uri="{FF2B5EF4-FFF2-40B4-BE49-F238E27FC236}">
                      <a16:creationId xmlns:a16="http://schemas.microsoft.com/office/drawing/2014/main" id="{05C02E06-CD90-A78E-C5B8-336FB1CF9C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455948" y="478669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DF1FCF79-F2FF-DD0A-9F73-770E55436D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20742" y="486820"/>
                  <a:ext cx="0" cy="27058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1" name="Group 200">
                  <a:extLst>
                    <a:ext uri="{FF2B5EF4-FFF2-40B4-BE49-F238E27FC236}">
                      <a16:creationId xmlns:a16="http://schemas.microsoft.com/office/drawing/2014/main" id="{32CCBD91-D6B4-0110-D6B9-CD9E67773F04}"/>
                    </a:ext>
                  </a:extLst>
                </p:cNvPr>
                <p:cNvGrpSpPr/>
                <p:nvPr/>
              </p:nvGrpSpPr>
              <p:grpSpPr>
                <a:xfrm>
                  <a:off x="1985536" y="482671"/>
                  <a:ext cx="252573" cy="271506"/>
                  <a:chOff x="825191" y="1036222"/>
                  <a:chExt cx="230457" cy="247733"/>
                </a:xfrm>
              </p:grpSpPr>
              <p:cxnSp>
                <p:nvCxnSpPr>
                  <p:cNvPr id="217" name="Straight Connector 216">
                    <a:extLst>
                      <a:ext uri="{FF2B5EF4-FFF2-40B4-BE49-F238E27FC236}">
                        <a16:creationId xmlns:a16="http://schemas.microsoft.com/office/drawing/2014/main" id="{E4E8B00B-54E3-0D3D-9FEF-B784472A8A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25191" y="1036222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8" name="Straight Connector 217">
                    <a:extLst>
                      <a:ext uri="{FF2B5EF4-FFF2-40B4-BE49-F238E27FC236}">
                        <a16:creationId xmlns:a16="http://schemas.microsoft.com/office/drawing/2014/main" id="{B13D44AA-6CE6-8A60-A2C0-24FB4574BA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5648" y="103706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2788BA31-52BA-385C-623E-19215C11FD73}"/>
                    </a:ext>
                  </a:extLst>
                </p:cNvPr>
                <p:cNvGrpSpPr/>
                <p:nvPr/>
              </p:nvGrpSpPr>
              <p:grpSpPr>
                <a:xfrm>
                  <a:off x="2502903" y="481764"/>
                  <a:ext cx="264794" cy="270704"/>
                  <a:chOff x="814040" y="1036954"/>
                  <a:chExt cx="241608" cy="247001"/>
                </a:xfrm>
              </p:grpSpPr>
              <p:cxnSp>
                <p:nvCxnSpPr>
                  <p:cNvPr id="215" name="Straight Connector 214">
                    <a:extLst>
                      <a:ext uri="{FF2B5EF4-FFF2-40B4-BE49-F238E27FC236}">
                        <a16:creationId xmlns:a16="http://schemas.microsoft.com/office/drawing/2014/main" id="{2F64A284-ED5C-DB35-9B05-9441158396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14040" y="1036954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6" name="Straight Connector 215">
                    <a:extLst>
                      <a:ext uri="{FF2B5EF4-FFF2-40B4-BE49-F238E27FC236}">
                        <a16:creationId xmlns:a16="http://schemas.microsoft.com/office/drawing/2014/main" id="{C4E389F1-A061-758F-1821-5777986A1FF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5648" y="1037067"/>
                    <a:ext cx="0" cy="246888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3" name="Group 202">
                  <a:extLst>
                    <a:ext uri="{FF2B5EF4-FFF2-40B4-BE49-F238E27FC236}">
                      <a16:creationId xmlns:a16="http://schemas.microsoft.com/office/drawing/2014/main" id="{8FC02777-051F-BF36-8FC8-C49E5987B1DE}"/>
                    </a:ext>
                  </a:extLst>
                </p:cNvPr>
                <p:cNvGrpSpPr/>
                <p:nvPr/>
              </p:nvGrpSpPr>
              <p:grpSpPr>
                <a:xfrm>
                  <a:off x="3044711" y="481680"/>
                  <a:ext cx="794382" cy="275715"/>
                  <a:chOff x="825191" y="1023385"/>
                  <a:chExt cx="724824" cy="251573"/>
                </a:xfrm>
              </p:grpSpPr>
              <p:grpSp>
                <p:nvGrpSpPr>
                  <p:cNvPr id="209" name="Group 208">
                    <a:extLst>
                      <a:ext uri="{FF2B5EF4-FFF2-40B4-BE49-F238E27FC236}">
                        <a16:creationId xmlns:a16="http://schemas.microsoft.com/office/drawing/2014/main" id="{3246BE60-359C-D49D-94ED-25181BD58CA8}"/>
                      </a:ext>
                    </a:extLst>
                  </p:cNvPr>
                  <p:cNvGrpSpPr/>
                  <p:nvPr/>
                </p:nvGrpSpPr>
                <p:grpSpPr>
                  <a:xfrm>
                    <a:off x="825191" y="1025104"/>
                    <a:ext cx="241608" cy="246999"/>
                    <a:chOff x="825191" y="1025104"/>
                    <a:chExt cx="241608" cy="246999"/>
                  </a:xfrm>
                </p:grpSpPr>
                <p:cxnSp>
                  <p:nvCxnSpPr>
                    <p:cNvPr id="213" name="Straight Connector 212">
                      <a:extLst>
                        <a:ext uri="{FF2B5EF4-FFF2-40B4-BE49-F238E27FC236}">
                          <a16:creationId xmlns:a16="http://schemas.microsoft.com/office/drawing/2014/main" id="{935273C2-F807-58DD-4D14-E5F2AD44C0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5104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4" name="Straight Connector 213">
                      <a:extLst>
                        <a:ext uri="{FF2B5EF4-FFF2-40B4-BE49-F238E27FC236}">
                          <a16:creationId xmlns:a16="http://schemas.microsoft.com/office/drawing/2014/main" id="{F40B581E-19CA-CCCC-BEBB-8CC3ACFB92E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5215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10" name="Group 209">
                    <a:extLst>
                      <a:ext uri="{FF2B5EF4-FFF2-40B4-BE49-F238E27FC236}">
                        <a16:creationId xmlns:a16="http://schemas.microsoft.com/office/drawing/2014/main" id="{6C3358E3-9A6F-181F-830A-E6F86BBD823D}"/>
                      </a:ext>
                    </a:extLst>
                  </p:cNvPr>
                  <p:cNvGrpSpPr/>
                  <p:nvPr/>
                </p:nvGrpSpPr>
                <p:grpSpPr>
                  <a:xfrm>
                    <a:off x="1308407" y="1023385"/>
                    <a:ext cx="241608" cy="251573"/>
                    <a:chOff x="825191" y="1024945"/>
                    <a:chExt cx="241608" cy="251573"/>
                  </a:xfrm>
                </p:grpSpPr>
                <p:cxnSp>
                  <p:nvCxnSpPr>
                    <p:cNvPr id="211" name="Straight Connector 210">
                      <a:extLst>
                        <a:ext uri="{FF2B5EF4-FFF2-40B4-BE49-F238E27FC236}">
                          <a16:creationId xmlns:a16="http://schemas.microsoft.com/office/drawing/2014/main" id="{51318EC1-9469-8C42-AAE8-C723A10676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2" name="Straight Connector 211">
                      <a:extLst>
                        <a:ext uri="{FF2B5EF4-FFF2-40B4-BE49-F238E27FC236}">
                          <a16:creationId xmlns:a16="http://schemas.microsoft.com/office/drawing/2014/main" id="{4E8ED1EA-96BC-D331-9D57-E1EAE9184E3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4945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204" name="Group 203">
                  <a:extLst>
                    <a:ext uri="{FF2B5EF4-FFF2-40B4-BE49-F238E27FC236}">
                      <a16:creationId xmlns:a16="http://schemas.microsoft.com/office/drawing/2014/main" id="{5577EBFE-A192-BE61-24C6-CCAFA52C385D}"/>
                    </a:ext>
                  </a:extLst>
                </p:cNvPr>
                <p:cNvGrpSpPr/>
                <p:nvPr/>
              </p:nvGrpSpPr>
              <p:grpSpPr>
                <a:xfrm>
                  <a:off x="4103886" y="481235"/>
                  <a:ext cx="520465" cy="272939"/>
                  <a:chOff x="825191" y="1027478"/>
                  <a:chExt cx="474892" cy="249040"/>
                </a:xfrm>
              </p:grpSpPr>
              <p:grpSp>
                <p:nvGrpSpPr>
                  <p:cNvPr id="205" name="Group 204">
                    <a:extLst>
                      <a:ext uri="{FF2B5EF4-FFF2-40B4-BE49-F238E27FC236}">
                        <a16:creationId xmlns:a16="http://schemas.microsoft.com/office/drawing/2014/main" id="{1311C391-4E48-3FBB-A937-DA5F460D10F1}"/>
                      </a:ext>
                    </a:extLst>
                  </p:cNvPr>
                  <p:cNvGrpSpPr/>
                  <p:nvPr/>
                </p:nvGrpSpPr>
                <p:grpSpPr>
                  <a:xfrm>
                    <a:off x="825191" y="1027478"/>
                    <a:ext cx="241608" cy="249040"/>
                    <a:chOff x="825191" y="1027478"/>
                    <a:chExt cx="241608" cy="249040"/>
                  </a:xfrm>
                </p:grpSpPr>
                <p:cxnSp>
                  <p:nvCxnSpPr>
                    <p:cNvPr id="207" name="Straight Connector 206">
                      <a:extLst>
                        <a:ext uri="{FF2B5EF4-FFF2-40B4-BE49-F238E27FC236}">
                          <a16:creationId xmlns:a16="http://schemas.microsoft.com/office/drawing/2014/main" id="{4E3727AC-D558-62D8-E885-80CC85FAED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8" name="Straight Connector 207">
                      <a:extLst>
                        <a:ext uri="{FF2B5EF4-FFF2-40B4-BE49-F238E27FC236}">
                          <a16:creationId xmlns:a16="http://schemas.microsoft.com/office/drawing/2014/main" id="{239C8564-FFEC-6207-2A8D-84CBF43FE4C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66799" y="1027478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06" name="Straight Connector 205">
                    <a:extLst>
                      <a:ext uri="{FF2B5EF4-FFF2-40B4-BE49-F238E27FC236}">
                        <a16:creationId xmlns:a16="http://schemas.microsoft.com/office/drawing/2014/main" id="{CE47AE2F-4F85-10F6-1368-F122EB75BF5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300083" y="1028070"/>
                    <a:ext cx="0" cy="246887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6CE83C90-164D-B62F-FDFD-FE5503B1AB86}"/>
                </a:ext>
              </a:extLst>
            </p:cNvPr>
            <p:cNvGrpSpPr/>
            <p:nvPr/>
          </p:nvGrpSpPr>
          <p:grpSpPr>
            <a:xfrm>
              <a:off x="1225241" y="6364014"/>
              <a:ext cx="6223563" cy="911115"/>
              <a:chOff x="2970720" y="3789541"/>
              <a:chExt cx="6223563" cy="911115"/>
            </a:xfrm>
          </p:grpSpPr>
          <p:grpSp>
            <p:nvGrpSpPr>
              <p:cNvPr id="223" name="Group 222">
                <a:extLst>
                  <a:ext uri="{FF2B5EF4-FFF2-40B4-BE49-F238E27FC236}">
                    <a16:creationId xmlns:a16="http://schemas.microsoft.com/office/drawing/2014/main" id="{DA8CA5E6-6E1E-DDF3-CE42-B9C3F4EF4072}"/>
                  </a:ext>
                </a:extLst>
              </p:cNvPr>
              <p:cNvGrpSpPr/>
              <p:nvPr/>
            </p:nvGrpSpPr>
            <p:grpSpPr>
              <a:xfrm>
                <a:off x="2970720" y="3789541"/>
                <a:ext cx="6223563" cy="448795"/>
                <a:chOff x="2982256" y="1057061"/>
                <a:chExt cx="6223563" cy="448795"/>
              </a:xfrm>
            </p:grpSpPr>
            <p:sp>
              <p:nvSpPr>
                <p:cNvPr id="224" name="Rectangle 223">
                  <a:extLst>
                    <a:ext uri="{FF2B5EF4-FFF2-40B4-BE49-F238E27FC236}">
                      <a16:creationId xmlns:a16="http://schemas.microsoft.com/office/drawing/2014/main" id="{F0621FDD-8544-BB52-745E-1140B0E37017}"/>
                    </a:ext>
                  </a:extLst>
                </p:cNvPr>
                <p:cNvSpPr/>
                <p:nvPr/>
              </p:nvSpPr>
              <p:spPr>
                <a:xfrm>
                  <a:off x="6710575" y="1083847"/>
                  <a:ext cx="416658" cy="416238"/>
                </a:xfrm>
                <a:prstGeom prst="rect">
                  <a:avLst/>
                </a:prstGeom>
                <a:pattFill prst="dkDn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 224">
                  <a:extLst>
                    <a:ext uri="{FF2B5EF4-FFF2-40B4-BE49-F238E27FC236}">
                      <a16:creationId xmlns:a16="http://schemas.microsoft.com/office/drawing/2014/main" id="{F58FC36C-6A68-A2B7-FD23-9E1ECAAF0324}"/>
                    </a:ext>
                  </a:extLst>
                </p:cNvPr>
                <p:cNvSpPr/>
                <p:nvPr/>
              </p:nvSpPr>
              <p:spPr>
                <a:xfrm>
                  <a:off x="7122832" y="1074365"/>
                  <a:ext cx="425575" cy="416238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26" name="Rectangle 225">
                  <a:extLst>
                    <a:ext uri="{FF2B5EF4-FFF2-40B4-BE49-F238E27FC236}">
                      <a16:creationId xmlns:a16="http://schemas.microsoft.com/office/drawing/2014/main" id="{25C87E6B-8C5A-1B26-233E-37DA9F8ED713}"/>
                    </a:ext>
                  </a:extLst>
                </p:cNvPr>
                <p:cNvSpPr/>
                <p:nvPr/>
              </p:nvSpPr>
              <p:spPr>
                <a:xfrm>
                  <a:off x="7548606" y="1076939"/>
                  <a:ext cx="409811" cy="416238"/>
                </a:xfrm>
                <a:prstGeom prst="rect">
                  <a:avLst/>
                </a:prstGeom>
                <a:solidFill>
                  <a:srgbClr val="DE77A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 226">
                  <a:extLst>
                    <a:ext uri="{FF2B5EF4-FFF2-40B4-BE49-F238E27FC236}">
                      <a16:creationId xmlns:a16="http://schemas.microsoft.com/office/drawing/2014/main" id="{34645186-44D4-C976-C416-210ED536661B}"/>
                    </a:ext>
                  </a:extLst>
                </p:cNvPr>
                <p:cNvSpPr/>
                <p:nvPr/>
              </p:nvSpPr>
              <p:spPr>
                <a:xfrm>
                  <a:off x="7963137" y="1077589"/>
                  <a:ext cx="419225" cy="416238"/>
                </a:xfrm>
                <a:prstGeom prst="rect">
                  <a:avLst/>
                </a:prstGeom>
                <a:solidFill>
                  <a:srgbClr val="FFD9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28" name="Rectangle 227">
                  <a:extLst>
                    <a:ext uri="{FF2B5EF4-FFF2-40B4-BE49-F238E27FC236}">
                      <a16:creationId xmlns:a16="http://schemas.microsoft.com/office/drawing/2014/main" id="{CC427837-60A8-BC63-5605-65C858312172}"/>
                    </a:ext>
                  </a:extLst>
                </p:cNvPr>
                <p:cNvSpPr/>
                <p:nvPr/>
              </p:nvSpPr>
              <p:spPr>
                <a:xfrm>
                  <a:off x="8382362" y="1077589"/>
                  <a:ext cx="415017" cy="416238"/>
                </a:xfrm>
                <a:prstGeom prst="rect">
                  <a:avLst/>
                </a:prstGeom>
                <a:solidFill>
                  <a:srgbClr val="DE77A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Rectangle 228">
                  <a:extLst>
                    <a:ext uri="{FF2B5EF4-FFF2-40B4-BE49-F238E27FC236}">
                      <a16:creationId xmlns:a16="http://schemas.microsoft.com/office/drawing/2014/main" id="{928FAAD0-CAFA-25C5-8A81-8BEFD361D66D}"/>
                    </a:ext>
                  </a:extLst>
                </p:cNvPr>
                <p:cNvSpPr/>
                <p:nvPr/>
              </p:nvSpPr>
              <p:spPr>
                <a:xfrm>
                  <a:off x="8806313" y="1076883"/>
                  <a:ext cx="387970" cy="416238"/>
                </a:xfrm>
                <a:prstGeom prst="rect">
                  <a:avLst/>
                </a:prstGeom>
                <a:solidFill>
                  <a:srgbClr val="FFD9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 229">
                  <a:extLst>
                    <a:ext uri="{FF2B5EF4-FFF2-40B4-BE49-F238E27FC236}">
                      <a16:creationId xmlns:a16="http://schemas.microsoft.com/office/drawing/2014/main" id="{A5B90BE6-DFDF-77AB-6F78-B7CA5EF02356}"/>
                    </a:ext>
                  </a:extLst>
                </p:cNvPr>
                <p:cNvSpPr/>
                <p:nvPr/>
              </p:nvSpPr>
              <p:spPr>
                <a:xfrm>
                  <a:off x="2988608" y="1081622"/>
                  <a:ext cx="372795" cy="416238"/>
                </a:xfrm>
                <a:prstGeom prst="rect">
                  <a:avLst/>
                </a:prstGeom>
                <a:solidFill>
                  <a:srgbClr val="DE77A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31" name="Rectangle 230">
                  <a:extLst>
                    <a:ext uri="{FF2B5EF4-FFF2-40B4-BE49-F238E27FC236}">
                      <a16:creationId xmlns:a16="http://schemas.microsoft.com/office/drawing/2014/main" id="{23982092-5084-44CA-5558-CFEF7DE98298}"/>
                    </a:ext>
                  </a:extLst>
                </p:cNvPr>
                <p:cNvSpPr/>
                <p:nvPr/>
              </p:nvSpPr>
              <p:spPr>
                <a:xfrm>
                  <a:off x="3361408" y="1080317"/>
                  <a:ext cx="412304" cy="416238"/>
                </a:xfrm>
                <a:prstGeom prst="rect">
                  <a:avLst/>
                </a:prstGeom>
                <a:solidFill>
                  <a:srgbClr val="DE77A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32" name="Rectangle 231">
                  <a:extLst>
                    <a:ext uri="{FF2B5EF4-FFF2-40B4-BE49-F238E27FC236}">
                      <a16:creationId xmlns:a16="http://schemas.microsoft.com/office/drawing/2014/main" id="{71E9359B-DEDC-DE58-E609-929038577536}"/>
                    </a:ext>
                  </a:extLst>
                </p:cNvPr>
                <p:cNvSpPr/>
                <p:nvPr/>
              </p:nvSpPr>
              <p:spPr>
                <a:xfrm>
                  <a:off x="3767128" y="1075366"/>
                  <a:ext cx="425575" cy="416238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33" name="Rectangle 232">
                  <a:extLst>
                    <a:ext uri="{FF2B5EF4-FFF2-40B4-BE49-F238E27FC236}">
                      <a16:creationId xmlns:a16="http://schemas.microsoft.com/office/drawing/2014/main" id="{E8A16EC4-6BC3-6070-331F-C9C9E88E1253}"/>
                    </a:ext>
                  </a:extLst>
                </p:cNvPr>
                <p:cNvSpPr/>
                <p:nvPr/>
              </p:nvSpPr>
              <p:spPr>
                <a:xfrm>
                  <a:off x="4192370" y="1071442"/>
                  <a:ext cx="412877" cy="416238"/>
                </a:xfrm>
                <a:prstGeom prst="rect">
                  <a:avLst/>
                </a:prstGeom>
                <a:solidFill>
                  <a:srgbClr val="DE77A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4" name="Rectangle 233">
                  <a:extLst>
                    <a:ext uri="{FF2B5EF4-FFF2-40B4-BE49-F238E27FC236}">
                      <a16:creationId xmlns:a16="http://schemas.microsoft.com/office/drawing/2014/main" id="{F91C04BB-3501-E250-A537-4DEE03F84711}"/>
                    </a:ext>
                  </a:extLst>
                </p:cNvPr>
                <p:cNvSpPr/>
                <p:nvPr/>
              </p:nvSpPr>
              <p:spPr>
                <a:xfrm>
                  <a:off x="4611598" y="1074660"/>
                  <a:ext cx="418892" cy="416238"/>
                </a:xfrm>
                <a:prstGeom prst="rect">
                  <a:avLst/>
                </a:prstGeom>
                <a:solidFill>
                  <a:srgbClr val="FFD9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5" name="Rectangle 234">
                  <a:extLst>
                    <a:ext uri="{FF2B5EF4-FFF2-40B4-BE49-F238E27FC236}">
                      <a16:creationId xmlns:a16="http://schemas.microsoft.com/office/drawing/2014/main" id="{F40FA7B8-6802-AED4-20B2-2E77F508D3C1}"/>
                    </a:ext>
                  </a:extLst>
                </p:cNvPr>
                <p:cNvSpPr/>
                <p:nvPr/>
              </p:nvSpPr>
              <p:spPr>
                <a:xfrm>
                  <a:off x="5030489" y="1077234"/>
                  <a:ext cx="400231" cy="416238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236" name="Rectangle 235">
                  <a:extLst>
                    <a:ext uri="{FF2B5EF4-FFF2-40B4-BE49-F238E27FC236}">
                      <a16:creationId xmlns:a16="http://schemas.microsoft.com/office/drawing/2014/main" id="{7AAF0712-7D65-51AD-38F3-ED42F98ACB2E}"/>
                    </a:ext>
                  </a:extLst>
                </p:cNvPr>
                <p:cNvSpPr/>
                <p:nvPr/>
              </p:nvSpPr>
              <p:spPr>
                <a:xfrm>
                  <a:off x="5436692" y="1077884"/>
                  <a:ext cx="412683" cy="416238"/>
                </a:xfrm>
                <a:prstGeom prst="rect">
                  <a:avLst/>
                </a:prstGeom>
                <a:pattFill prst="dkDnDiag">
                  <a:fgClr>
                    <a:schemeClr val="bg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7" name="Rectangle 236">
                  <a:extLst>
                    <a:ext uri="{FF2B5EF4-FFF2-40B4-BE49-F238E27FC236}">
                      <a16:creationId xmlns:a16="http://schemas.microsoft.com/office/drawing/2014/main" id="{579AAEA1-D3F2-AE56-B0D3-648DA7076C87}"/>
                    </a:ext>
                  </a:extLst>
                </p:cNvPr>
                <p:cNvSpPr/>
                <p:nvPr/>
              </p:nvSpPr>
              <p:spPr>
                <a:xfrm>
                  <a:off x="5849001" y="1077884"/>
                  <a:ext cx="412683" cy="416238"/>
                </a:xfrm>
                <a:prstGeom prst="rect">
                  <a:avLst/>
                </a:prstGeom>
                <a:solidFill>
                  <a:srgbClr val="7FBC4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8" name="Rectangle 237">
                  <a:extLst>
                    <a:ext uri="{FF2B5EF4-FFF2-40B4-BE49-F238E27FC236}">
                      <a16:creationId xmlns:a16="http://schemas.microsoft.com/office/drawing/2014/main" id="{32B2D035-CF0E-F58E-B6F9-775941FE2B45}"/>
                    </a:ext>
                  </a:extLst>
                </p:cNvPr>
                <p:cNvSpPr/>
                <p:nvPr/>
              </p:nvSpPr>
              <p:spPr>
                <a:xfrm>
                  <a:off x="6268033" y="1077178"/>
                  <a:ext cx="436871" cy="416238"/>
                </a:xfrm>
                <a:prstGeom prst="rect">
                  <a:avLst/>
                </a:prstGeom>
                <a:solidFill>
                  <a:srgbClr val="FFD966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239" name="Group 238">
                  <a:extLst>
                    <a:ext uri="{FF2B5EF4-FFF2-40B4-BE49-F238E27FC236}">
                      <a16:creationId xmlns:a16="http://schemas.microsoft.com/office/drawing/2014/main" id="{82284C7C-EFEE-020D-FE58-E7428B77618F}"/>
                    </a:ext>
                  </a:extLst>
                </p:cNvPr>
                <p:cNvGrpSpPr/>
                <p:nvPr/>
              </p:nvGrpSpPr>
              <p:grpSpPr>
                <a:xfrm>
                  <a:off x="2982256" y="1057061"/>
                  <a:ext cx="6223563" cy="448795"/>
                  <a:chOff x="690731" y="473738"/>
                  <a:chExt cx="3933620" cy="283662"/>
                </a:xfrm>
              </p:grpSpPr>
              <p:cxnSp>
                <p:nvCxnSpPr>
                  <p:cNvPr id="243" name="Straight Connector 242">
                    <a:extLst>
                      <a:ext uri="{FF2B5EF4-FFF2-40B4-BE49-F238E27FC236}">
                        <a16:creationId xmlns:a16="http://schemas.microsoft.com/office/drawing/2014/main" id="{F812BDAD-86FA-8C7B-F9B9-758C44A6CB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55948" y="478669"/>
                    <a:ext cx="0" cy="27058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4" name="Straight Connector 243">
                    <a:extLst>
                      <a:ext uri="{FF2B5EF4-FFF2-40B4-BE49-F238E27FC236}">
                        <a16:creationId xmlns:a16="http://schemas.microsoft.com/office/drawing/2014/main" id="{1319DFBB-CED5-CE9B-0C74-CDA5CBE6EF7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20742" y="486820"/>
                    <a:ext cx="0" cy="27058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45" name="Group 244">
                    <a:extLst>
                      <a:ext uri="{FF2B5EF4-FFF2-40B4-BE49-F238E27FC236}">
                        <a16:creationId xmlns:a16="http://schemas.microsoft.com/office/drawing/2014/main" id="{7EED120B-C5C4-AA76-FBEF-DAD06B83F1A6}"/>
                      </a:ext>
                    </a:extLst>
                  </p:cNvPr>
                  <p:cNvGrpSpPr/>
                  <p:nvPr/>
                </p:nvGrpSpPr>
                <p:grpSpPr>
                  <a:xfrm>
                    <a:off x="1985536" y="475448"/>
                    <a:ext cx="252573" cy="278731"/>
                    <a:chOff x="825191" y="1029630"/>
                    <a:chExt cx="230457" cy="254325"/>
                  </a:xfrm>
                </p:grpSpPr>
                <p:cxnSp>
                  <p:nvCxnSpPr>
                    <p:cNvPr id="261" name="Straight Connector 260">
                      <a:extLst>
                        <a:ext uri="{FF2B5EF4-FFF2-40B4-BE49-F238E27FC236}">
                          <a16:creationId xmlns:a16="http://schemas.microsoft.com/office/drawing/2014/main" id="{BC0BCD73-1A23-2E31-9196-03CC7E5A00D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25191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62" name="Straight Connector 261">
                      <a:extLst>
                        <a:ext uri="{FF2B5EF4-FFF2-40B4-BE49-F238E27FC236}">
                          <a16:creationId xmlns:a16="http://schemas.microsoft.com/office/drawing/2014/main" id="{02F9B487-FDE5-8D8B-824A-E2A93FBA30B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55648" y="1037067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46" name="Group 245">
                    <a:extLst>
                      <a:ext uri="{FF2B5EF4-FFF2-40B4-BE49-F238E27FC236}">
                        <a16:creationId xmlns:a16="http://schemas.microsoft.com/office/drawing/2014/main" id="{65D75D6B-A197-9B4B-1455-9DC45B7A5FCC}"/>
                      </a:ext>
                    </a:extLst>
                  </p:cNvPr>
                  <p:cNvGrpSpPr/>
                  <p:nvPr/>
                </p:nvGrpSpPr>
                <p:grpSpPr>
                  <a:xfrm>
                    <a:off x="2502903" y="473738"/>
                    <a:ext cx="264794" cy="278731"/>
                    <a:chOff x="814040" y="1029630"/>
                    <a:chExt cx="241608" cy="254325"/>
                  </a:xfrm>
                </p:grpSpPr>
                <p:cxnSp>
                  <p:nvCxnSpPr>
                    <p:cNvPr id="259" name="Straight Connector 258">
                      <a:extLst>
                        <a:ext uri="{FF2B5EF4-FFF2-40B4-BE49-F238E27FC236}">
                          <a16:creationId xmlns:a16="http://schemas.microsoft.com/office/drawing/2014/main" id="{510C5333-F147-8336-CD60-7FB74E16AE7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14040" y="1029630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60" name="Straight Connector 259">
                      <a:extLst>
                        <a:ext uri="{FF2B5EF4-FFF2-40B4-BE49-F238E27FC236}">
                          <a16:creationId xmlns:a16="http://schemas.microsoft.com/office/drawing/2014/main" id="{414E73DB-04C2-D01C-9997-C42F06CD5EB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055648" y="1037067"/>
                      <a:ext cx="0" cy="24688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247" name="Group 246">
                    <a:extLst>
                      <a:ext uri="{FF2B5EF4-FFF2-40B4-BE49-F238E27FC236}">
                        <a16:creationId xmlns:a16="http://schemas.microsoft.com/office/drawing/2014/main" id="{86028E11-41C3-B320-35C3-99993D2D2A64}"/>
                      </a:ext>
                    </a:extLst>
                  </p:cNvPr>
                  <p:cNvGrpSpPr/>
                  <p:nvPr/>
                </p:nvGrpSpPr>
                <p:grpSpPr>
                  <a:xfrm>
                    <a:off x="3044711" y="481680"/>
                    <a:ext cx="794382" cy="272586"/>
                    <a:chOff x="825191" y="1023385"/>
                    <a:chExt cx="724824" cy="248718"/>
                  </a:xfrm>
                </p:grpSpPr>
                <p:grpSp>
                  <p:nvGrpSpPr>
                    <p:cNvPr id="253" name="Group 252">
                      <a:extLst>
                        <a:ext uri="{FF2B5EF4-FFF2-40B4-BE49-F238E27FC236}">
                          <a16:creationId xmlns:a16="http://schemas.microsoft.com/office/drawing/2014/main" id="{5FEFBE23-62C1-8A33-1752-B2CC0B26C8F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5191" y="1025104"/>
                      <a:ext cx="241608" cy="246999"/>
                      <a:chOff x="825191" y="1025104"/>
                      <a:chExt cx="241608" cy="246999"/>
                    </a:xfrm>
                  </p:grpSpPr>
                  <p:cxnSp>
                    <p:nvCxnSpPr>
                      <p:cNvPr id="257" name="Straight Connector 256">
                        <a:extLst>
                          <a:ext uri="{FF2B5EF4-FFF2-40B4-BE49-F238E27FC236}">
                            <a16:creationId xmlns:a16="http://schemas.microsoft.com/office/drawing/2014/main" id="{5FA9A1FB-9708-6DD1-82E9-48A108A6CE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825191" y="1025104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58" name="Straight Connector 257">
                        <a:extLst>
                          <a:ext uri="{FF2B5EF4-FFF2-40B4-BE49-F238E27FC236}">
                            <a16:creationId xmlns:a16="http://schemas.microsoft.com/office/drawing/2014/main" id="{2BE7F30D-669E-B256-357D-541DA26A293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1066799" y="1025215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grpSp>
                  <p:nvGrpSpPr>
                    <p:cNvPr id="254" name="Group 253">
                      <a:extLst>
                        <a:ext uri="{FF2B5EF4-FFF2-40B4-BE49-F238E27FC236}">
                          <a16:creationId xmlns:a16="http://schemas.microsoft.com/office/drawing/2014/main" id="{C49C0055-DF8A-4872-B33F-99B054BFEEC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308407" y="1023385"/>
                      <a:ext cx="241608" cy="248691"/>
                      <a:chOff x="825191" y="1024945"/>
                      <a:chExt cx="241608" cy="248691"/>
                    </a:xfrm>
                  </p:grpSpPr>
                  <p:cxnSp>
                    <p:nvCxnSpPr>
                      <p:cNvPr id="255" name="Straight Connector 254">
                        <a:extLst>
                          <a:ext uri="{FF2B5EF4-FFF2-40B4-BE49-F238E27FC236}">
                            <a16:creationId xmlns:a16="http://schemas.microsoft.com/office/drawing/2014/main" id="{EBBDC412-8950-2CC3-3D7A-67E87C9FD9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825191" y="1026748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56" name="Straight Connector 255">
                        <a:extLst>
                          <a:ext uri="{FF2B5EF4-FFF2-40B4-BE49-F238E27FC236}">
                            <a16:creationId xmlns:a16="http://schemas.microsoft.com/office/drawing/2014/main" id="{3F8D10FB-19DA-B93D-47A6-C45D67C5F23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1066799" y="1024945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248" name="Group 247">
                    <a:extLst>
                      <a:ext uri="{FF2B5EF4-FFF2-40B4-BE49-F238E27FC236}">
                        <a16:creationId xmlns:a16="http://schemas.microsoft.com/office/drawing/2014/main" id="{AE953F8B-DF4D-C544-3822-28B1B3505875}"/>
                      </a:ext>
                    </a:extLst>
                  </p:cNvPr>
                  <p:cNvGrpSpPr/>
                  <p:nvPr/>
                </p:nvGrpSpPr>
                <p:grpSpPr>
                  <a:xfrm>
                    <a:off x="4103886" y="481235"/>
                    <a:ext cx="520465" cy="272939"/>
                    <a:chOff x="825191" y="1027478"/>
                    <a:chExt cx="474892" cy="249040"/>
                  </a:xfrm>
                </p:grpSpPr>
                <p:grpSp>
                  <p:nvGrpSpPr>
                    <p:cNvPr id="249" name="Group 248">
                      <a:extLst>
                        <a:ext uri="{FF2B5EF4-FFF2-40B4-BE49-F238E27FC236}">
                          <a16:creationId xmlns:a16="http://schemas.microsoft.com/office/drawing/2014/main" id="{DB8C30C9-E360-42FB-9097-487B5BF9A84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5191" y="1027478"/>
                      <a:ext cx="241608" cy="249040"/>
                      <a:chOff x="825191" y="1027478"/>
                      <a:chExt cx="241608" cy="249040"/>
                    </a:xfrm>
                  </p:grpSpPr>
                  <p:cxnSp>
                    <p:nvCxnSpPr>
                      <p:cNvPr id="251" name="Straight Connector 250">
                        <a:extLst>
                          <a:ext uri="{FF2B5EF4-FFF2-40B4-BE49-F238E27FC236}">
                            <a16:creationId xmlns:a16="http://schemas.microsoft.com/office/drawing/2014/main" id="{0D6E28D1-0AD9-A568-31E5-5EF133BD4D7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825191" y="1029630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52" name="Straight Connector 251">
                        <a:extLst>
                          <a:ext uri="{FF2B5EF4-FFF2-40B4-BE49-F238E27FC236}">
                            <a16:creationId xmlns:a16="http://schemas.microsoft.com/office/drawing/2014/main" id="{B0CC5784-4600-CC60-329D-2E171D20935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1066799" y="1027478"/>
                        <a:ext cx="0" cy="246888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250" name="Straight Connector 249">
                      <a:extLst>
                        <a:ext uri="{FF2B5EF4-FFF2-40B4-BE49-F238E27FC236}">
                          <a16:creationId xmlns:a16="http://schemas.microsoft.com/office/drawing/2014/main" id="{D984D5DF-5486-E449-EFEF-89CF83667E0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300083" y="1028070"/>
                      <a:ext cx="0" cy="246887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240" name="Rectangle 239">
                    <a:extLst>
                      <a:ext uri="{FF2B5EF4-FFF2-40B4-BE49-F238E27FC236}">
                        <a16:creationId xmlns:a16="http://schemas.microsoft.com/office/drawing/2014/main" id="{21737C84-5533-87F8-2CF5-87ACAA2A7DE4}"/>
                      </a:ext>
                    </a:extLst>
                  </p:cNvPr>
                  <p:cNvSpPr/>
                  <p:nvPr/>
                </p:nvSpPr>
                <p:spPr>
                  <a:xfrm>
                    <a:off x="690731" y="480378"/>
                    <a:ext cx="3931920" cy="270580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241" name="Straight Connector 240">
                    <a:extLst>
                      <a:ext uri="{FF2B5EF4-FFF2-40B4-BE49-F238E27FC236}">
                        <a16:creationId xmlns:a16="http://schemas.microsoft.com/office/drawing/2014/main" id="{DDE8DE30-C744-288B-C338-28178245A2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926360" y="480378"/>
                    <a:ext cx="0" cy="27058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2" name="Straight Connector 241">
                    <a:extLst>
                      <a:ext uri="{FF2B5EF4-FFF2-40B4-BE49-F238E27FC236}">
                        <a16:creationId xmlns:a16="http://schemas.microsoft.com/office/drawing/2014/main" id="{0E2428A0-0C37-DF63-1AA4-AC5D9BE2C7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191154" y="482891"/>
                    <a:ext cx="0" cy="27058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2B76DF70-D28E-8E61-66F3-9124B8AEE20F}"/>
                  </a:ext>
                </a:extLst>
              </p:cNvPr>
              <p:cNvSpPr/>
              <p:nvPr/>
            </p:nvSpPr>
            <p:spPr>
              <a:xfrm>
                <a:off x="7537070" y="4280874"/>
                <a:ext cx="409811" cy="416238"/>
              </a:xfrm>
              <a:prstGeom prst="rect">
                <a:avLst/>
              </a:prstGeom>
              <a:solidFill>
                <a:srgbClr val="7FBC4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E2EE8531-C0EC-A2E4-0F4A-20F854EEB53C}"/>
                  </a:ext>
                </a:extLst>
              </p:cNvPr>
              <p:cNvSpPr/>
              <p:nvPr/>
            </p:nvSpPr>
            <p:spPr>
              <a:xfrm>
                <a:off x="2970721" y="4284418"/>
                <a:ext cx="379146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BA64BB9A-3C46-0A6F-FA77-752B8081C46A}"/>
                  </a:ext>
                </a:extLst>
              </p:cNvPr>
              <p:cNvSpPr/>
              <p:nvPr/>
            </p:nvSpPr>
            <p:spPr>
              <a:xfrm>
                <a:off x="5025835" y="4281119"/>
                <a:ext cx="393349" cy="416238"/>
              </a:xfrm>
              <a:prstGeom prst="rect">
                <a:avLst/>
              </a:prstGeom>
              <a:solidFill>
                <a:srgbClr val="F4A58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32DD5009-C2F0-2E56-728E-E0D26D3BEA0E}"/>
                </a:ext>
              </a:extLst>
            </p:cNvPr>
            <p:cNvSpPr txBox="1"/>
            <p:nvPr/>
          </p:nvSpPr>
          <p:spPr>
            <a:xfrm>
              <a:off x="381245" y="292711"/>
              <a:ext cx="4108885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Task size, </a:t>
              </a:r>
              <a:r>
                <a:rPr lang="en-US" sz="2200" i="1" dirty="0">
                  <a:latin typeface="Aptos" panose="020F0502020204030204" pitchFamily="34" charset="0"/>
                </a:rPr>
                <a:t>T </a:t>
              </a:r>
              <a:r>
                <a:rPr lang="en-US" sz="2200" dirty="0">
                  <a:latin typeface="Aptos" panose="020F0502020204030204" pitchFamily="34" charset="0"/>
                </a:rPr>
                <a:t>(15 bits)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73CABB9-B26E-64B2-E66E-374968A84A82}"/>
                </a:ext>
              </a:extLst>
            </p:cNvPr>
            <p:cNvSpPr txBox="1"/>
            <p:nvPr/>
          </p:nvSpPr>
          <p:spPr>
            <a:xfrm>
              <a:off x="1090431" y="2177332"/>
              <a:ext cx="204289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Stable group I: </a:t>
              </a:r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3443D4AD-EC9F-1491-A1B2-C836BE6CB958}"/>
                </a:ext>
              </a:extLst>
            </p:cNvPr>
            <p:cNvSpPr/>
            <p:nvPr/>
          </p:nvSpPr>
          <p:spPr>
            <a:xfrm>
              <a:off x="3583053" y="2193015"/>
              <a:ext cx="331644" cy="331644"/>
            </a:xfrm>
            <a:prstGeom prst="rect">
              <a:avLst/>
            </a:prstGeom>
            <a:solidFill>
              <a:srgbClr val="7FBC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2</a:t>
              </a:r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E5919FF6-924B-8B46-B7B6-16545BFAA610}"/>
                </a:ext>
              </a:extLst>
            </p:cNvPr>
            <p:cNvSpPr/>
            <p:nvPr/>
          </p:nvSpPr>
          <p:spPr>
            <a:xfrm>
              <a:off x="4039373" y="2185077"/>
              <a:ext cx="331644" cy="33164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bg1"/>
                  </a:solidFill>
                  <a:latin typeface="Aptos" panose="020B0004020202020204" pitchFamily="34" charset="0"/>
                </a:rPr>
                <a:t>3</a:t>
              </a:r>
            </a:p>
          </p:txBody>
        </p:sp>
        <p:sp>
          <p:nvSpPr>
            <p:cNvPr id="222" name="Oval 221">
              <a:extLst>
                <a:ext uri="{FF2B5EF4-FFF2-40B4-BE49-F238E27FC236}">
                  <a16:creationId xmlns:a16="http://schemas.microsoft.com/office/drawing/2014/main" id="{4D48571A-2C0E-B0CF-6733-14CA49A32416}"/>
                </a:ext>
              </a:extLst>
            </p:cNvPr>
            <p:cNvSpPr/>
            <p:nvPr/>
          </p:nvSpPr>
          <p:spPr>
            <a:xfrm>
              <a:off x="3126171" y="3718449"/>
              <a:ext cx="331644" cy="331644"/>
            </a:xfrm>
            <a:prstGeom prst="ellipse">
              <a:avLst/>
            </a:prstGeom>
            <a:solidFill>
              <a:srgbClr val="F4A5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1</a:t>
              </a:r>
            </a:p>
          </p:txBody>
        </p:sp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6D342CF4-26AB-DD5E-4441-0C26E02E0B9C}"/>
                </a:ext>
              </a:extLst>
            </p:cNvPr>
            <p:cNvSpPr txBox="1"/>
            <p:nvPr/>
          </p:nvSpPr>
          <p:spPr>
            <a:xfrm>
              <a:off x="1132964" y="3704777"/>
              <a:ext cx="204289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Stable group II: </a:t>
              </a:r>
            </a:p>
          </p:txBody>
        </p:sp>
        <p:sp>
          <p:nvSpPr>
            <p:cNvPr id="267" name="Oval 266">
              <a:extLst>
                <a:ext uri="{FF2B5EF4-FFF2-40B4-BE49-F238E27FC236}">
                  <a16:creationId xmlns:a16="http://schemas.microsoft.com/office/drawing/2014/main" id="{21522BE0-7386-1CCE-9819-AFC47F68DE8D}"/>
                </a:ext>
              </a:extLst>
            </p:cNvPr>
            <p:cNvSpPr/>
            <p:nvPr/>
          </p:nvSpPr>
          <p:spPr>
            <a:xfrm>
              <a:off x="3583054" y="3720460"/>
              <a:ext cx="331644" cy="331644"/>
            </a:xfrm>
            <a:prstGeom prst="ellipse">
              <a:avLst/>
            </a:prstGeom>
            <a:solidFill>
              <a:srgbClr val="2166A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2</a:t>
              </a:r>
            </a:p>
          </p:txBody>
        </p:sp>
        <p:sp>
          <p:nvSpPr>
            <p:cNvPr id="268" name="Oval 267">
              <a:extLst>
                <a:ext uri="{FF2B5EF4-FFF2-40B4-BE49-F238E27FC236}">
                  <a16:creationId xmlns:a16="http://schemas.microsoft.com/office/drawing/2014/main" id="{64EA6A91-16BD-3057-1CDD-0AD0C66F1826}"/>
                </a:ext>
              </a:extLst>
            </p:cNvPr>
            <p:cNvSpPr/>
            <p:nvPr/>
          </p:nvSpPr>
          <p:spPr>
            <a:xfrm>
              <a:off x="4039374" y="3712522"/>
              <a:ext cx="331644" cy="331644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3</a:t>
              </a:r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2BACED88-D52F-B2A7-B295-C9B2976DA451}"/>
                </a:ext>
              </a:extLst>
            </p:cNvPr>
            <p:cNvSpPr txBox="1"/>
            <p:nvPr/>
          </p:nvSpPr>
          <p:spPr>
            <a:xfrm>
              <a:off x="7683413" y="3179039"/>
              <a:ext cx="2581474" cy="17851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Stable groups (CM): </a:t>
              </a:r>
            </a:p>
            <a:p>
              <a:pPr algn="ctr"/>
              <a:r>
                <a:rPr lang="en-US" sz="2200" i="1" dirty="0">
                  <a:latin typeface="Aptos" panose="020F0502020204030204" pitchFamily="34" charset="0"/>
                </a:rPr>
                <a:t>N</a:t>
              </a:r>
              <a:r>
                <a:rPr lang="en-US" sz="2200" i="1" baseline="-25000" dirty="0">
                  <a:latin typeface="Aptos" panose="020F0502020204030204" pitchFamily="34" charset="0"/>
                </a:rPr>
                <a:t>a</a:t>
              </a:r>
              <a:r>
                <a:rPr lang="en-US" sz="2200" dirty="0">
                  <a:latin typeface="Aptos" panose="020F0502020204030204" pitchFamily="34" charset="0"/>
                </a:rPr>
                <a:t> = 4, </a:t>
              </a:r>
              <a:r>
                <a:rPr lang="en-US" sz="2200" i="1" dirty="0">
                  <a:latin typeface="Aptos" panose="020F0502020204030204" pitchFamily="34" charset="0"/>
                </a:rPr>
                <a:t>m</a:t>
              </a:r>
              <a:r>
                <a:rPr lang="en-US" sz="2200" i="1" baseline="-25000" dirty="0">
                  <a:latin typeface="Aptos" panose="020F0502020204030204" pitchFamily="34" charset="0"/>
                </a:rPr>
                <a:t>a</a:t>
              </a:r>
              <a:r>
                <a:rPr lang="en-US" sz="2200" dirty="0">
                  <a:latin typeface="Aptos" panose="020F0502020204030204" pitchFamily="34" charset="0"/>
                </a:rPr>
                <a:t> = 5</a:t>
              </a:r>
            </a:p>
            <a:p>
              <a:pPr algn="ctr"/>
              <a:endParaRPr lang="en-US" sz="2200" dirty="0">
                <a:latin typeface="Aptos" panose="020F0502020204030204" pitchFamily="34" charset="0"/>
              </a:endParaRPr>
            </a:p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Excluded bits: 0</a:t>
              </a:r>
            </a:p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Redundant bits: 5</a:t>
              </a:r>
            </a:p>
          </p:txBody>
        </p:sp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004E0A37-6D89-3AA0-5012-D398BD642FF0}"/>
                </a:ext>
              </a:extLst>
            </p:cNvPr>
            <p:cNvSpPr/>
            <p:nvPr/>
          </p:nvSpPr>
          <p:spPr>
            <a:xfrm flipH="1">
              <a:off x="7480049" y="2514026"/>
              <a:ext cx="193078" cy="313466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Rectangle 276">
              <a:extLst>
                <a:ext uri="{FF2B5EF4-FFF2-40B4-BE49-F238E27FC236}">
                  <a16:creationId xmlns:a16="http://schemas.microsoft.com/office/drawing/2014/main" id="{CAD4D83A-FAFF-DD9B-0F34-EC4481FECE57}"/>
                </a:ext>
              </a:extLst>
            </p:cNvPr>
            <p:cNvSpPr/>
            <p:nvPr/>
          </p:nvSpPr>
          <p:spPr>
            <a:xfrm>
              <a:off x="4152138" y="5967203"/>
              <a:ext cx="331644" cy="331644"/>
            </a:xfrm>
            <a:prstGeom prst="rect">
              <a:avLst/>
            </a:prstGeom>
            <a:solidFill>
              <a:srgbClr val="DE77A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1</a:t>
              </a:r>
            </a:p>
          </p:txBody>
        </p: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E814F13A-D1D1-CA6C-C66F-0730B6A05E6A}"/>
                </a:ext>
              </a:extLst>
            </p:cNvPr>
            <p:cNvSpPr txBox="1"/>
            <p:nvPr/>
          </p:nvSpPr>
          <p:spPr>
            <a:xfrm>
              <a:off x="1148757" y="5953531"/>
              <a:ext cx="299902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Sample shuffled group: </a:t>
              </a:r>
            </a:p>
          </p:txBody>
        </p:sp>
        <p:sp>
          <p:nvSpPr>
            <p:cNvPr id="279" name="Rectangle 278">
              <a:extLst>
                <a:ext uri="{FF2B5EF4-FFF2-40B4-BE49-F238E27FC236}">
                  <a16:creationId xmlns:a16="http://schemas.microsoft.com/office/drawing/2014/main" id="{3C0CCE4F-01E3-80E4-9781-E3293B9F8DBE}"/>
                </a:ext>
              </a:extLst>
            </p:cNvPr>
            <p:cNvSpPr/>
            <p:nvPr/>
          </p:nvSpPr>
          <p:spPr>
            <a:xfrm>
              <a:off x="4609021" y="5969214"/>
              <a:ext cx="331644" cy="331644"/>
            </a:xfrm>
            <a:prstGeom prst="rect">
              <a:avLst/>
            </a:prstGeom>
            <a:solidFill>
              <a:srgbClr val="7FBC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2</a:t>
              </a:r>
            </a:p>
          </p:txBody>
        </p:sp>
        <p:sp>
          <p:nvSpPr>
            <p:cNvPr id="280" name="Rectangle 279">
              <a:extLst>
                <a:ext uri="{FF2B5EF4-FFF2-40B4-BE49-F238E27FC236}">
                  <a16:creationId xmlns:a16="http://schemas.microsoft.com/office/drawing/2014/main" id="{C4209E39-6BF8-9BAD-69AE-75C21E708FBF}"/>
                </a:ext>
              </a:extLst>
            </p:cNvPr>
            <p:cNvSpPr/>
            <p:nvPr/>
          </p:nvSpPr>
          <p:spPr>
            <a:xfrm>
              <a:off x="5065341" y="5961276"/>
              <a:ext cx="331644" cy="331644"/>
            </a:xfrm>
            <a:prstGeom prst="rect">
              <a:avLst/>
            </a:prstGeom>
            <a:solidFill>
              <a:srgbClr val="FFD966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4</a:t>
              </a: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22A0BC21-B504-8895-5614-46CE2FD62A7A}"/>
                </a:ext>
              </a:extLst>
            </p:cNvPr>
            <p:cNvSpPr txBox="1"/>
            <p:nvPr/>
          </p:nvSpPr>
          <p:spPr>
            <a:xfrm>
              <a:off x="-887255" y="7287596"/>
              <a:ext cx="6144322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Excluded bits: 2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5" name="TextBox 284">
                  <a:extLst>
                    <a:ext uri="{FF2B5EF4-FFF2-40B4-BE49-F238E27FC236}">
                      <a16:creationId xmlns:a16="http://schemas.microsoft.com/office/drawing/2014/main" id="{99C4F11D-C622-975B-BD3F-7C1E16A8782A}"/>
                    </a:ext>
                  </a:extLst>
                </p:cNvPr>
                <p:cNvSpPr txBox="1"/>
                <p:nvPr/>
              </p:nvSpPr>
              <p:spPr>
                <a:xfrm>
                  <a:off x="429646" y="1598542"/>
                  <a:ext cx="7882743" cy="43088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200" dirty="0">
                      <a:latin typeface="Aptos" panose="020F0502020204030204" pitchFamily="34" charset="0"/>
                    </a:rPr>
                    <a:t>Pooled memory is larger than task size (</a:t>
                  </a:r>
                  <a:r>
                    <a:rPr lang="en-US" sz="2200" i="1" dirty="0">
                      <a:latin typeface="Aptos" panose="020F0502020204030204" pitchFamily="34" charset="0"/>
                    </a:rPr>
                    <a:t>T </a:t>
                  </a:r>
                  <a14:m>
                    <m:oMath xmlns:m="http://schemas.openxmlformats.org/officeDocument/2006/math">
                      <m:r>
                        <a:rPr lang="en-US" sz="2200" i="1">
                          <a:latin typeface="Cambria Math" panose="02040503050406030204" pitchFamily="18" charset="0"/>
                        </a:rPr>
                        <m:t>&lt;</m:t>
                      </m:r>
                    </m:oMath>
                  </a14:m>
                  <a:r>
                    <a:rPr lang="en-US" sz="2200" i="1" dirty="0">
                      <a:latin typeface="Aptos" panose="020F0502020204030204" pitchFamily="34" charset="0"/>
                    </a:rPr>
                    <a:t> N</a:t>
                  </a:r>
                  <a:r>
                    <a:rPr lang="en-US" sz="2200" i="1" baseline="-25000" dirty="0">
                      <a:latin typeface="Aptos" panose="020F0502020204030204" pitchFamily="34" charset="0"/>
                    </a:rPr>
                    <a:t>a</a:t>
                  </a:r>
                  <a:r>
                    <a:rPr lang="en-US" sz="2200" i="1" dirty="0">
                      <a:latin typeface="Aptos" panose="020F0502020204030204" pitchFamily="34" charset="0"/>
                    </a:rPr>
                    <a:t>m</a:t>
                  </a:r>
                  <a:r>
                    <a:rPr lang="en-US" sz="2200" i="1" baseline="-25000" dirty="0">
                      <a:latin typeface="Aptos" panose="020F0502020204030204" pitchFamily="34" charset="0"/>
                    </a:rPr>
                    <a:t>a</a:t>
                  </a:r>
                  <a:r>
                    <a:rPr lang="en-US" sz="2200" dirty="0">
                      <a:latin typeface="Aptos" panose="020F0502020204030204" pitchFamily="34" charset="0"/>
                    </a:rPr>
                    <a:t>)</a:t>
                  </a:r>
                </a:p>
              </p:txBody>
            </p:sp>
          </mc:Choice>
          <mc:Fallback>
            <p:sp>
              <p:nvSpPr>
                <p:cNvPr id="285" name="TextBox 284">
                  <a:extLst>
                    <a:ext uri="{FF2B5EF4-FFF2-40B4-BE49-F238E27FC236}">
                      <a16:creationId xmlns:a16="http://schemas.microsoft.com/office/drawing/2014/main" id="{99C4F11D-C622-975B-BD3F-7C1E16A878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46" y="1598542"/>
                  <a:ext cx="7882743" cy="430887"/>
                </a:xfrm>
                <a:prstGeom prst="rect">
                  <a:avLst/>
                </a:prstGeom>
                <a:blipFill>
                  <a:blip r:embed="rId2"/>
                  <a:stretch>
                    <a:fillRect t="-8571" b="-257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8F5D68DC-FFDA-CBB0-9FB9-1427ABF60506}"/>
                </a:ext>
              </a:extLst>
            </p:cNvPr>
            <p:cNvSpPr/>
            <p:nvPr/>
          </p:nvSpPr>
          <p:spPr>
            <a:xfrm>
              <a:off x="3279817" y="3086216"/>
              <a:ext cx="412354" cy="416238"/>
            </a:xfrm>
            <a:prstGeom prst="rect">
              <a:avLst/>
            </a:prstGeom>
            <a:solidFill>
              <a:srgbClr val="7FBC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2556747-86BF-9EDF-DD64-752002305E5B}"/>
                </a:ext>
              </a:extLst>
            </p:cNvPr>
            <p:cNvSpPr/>
            <p:nvPr/>
          </p:nvSpPr>
          <p:spPr>
            <a:xfrm>
              <a:off x="5387319" y="3085197"/>
              <a:ext cx="404073" cy="416238"/>
            </a:xfrm>
            <a:prstGeom prst="rect">
              <a:avLst/>
            </a:prstGeom>
            <a:solidFill>
              <a:srgbClr val="7FBC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B047147-3D0D-3FA9-EBCA-FEDE4CAF8550}"/>
                </a:ext>
              </a:extLst>
            </p:cNvPr>
            <p:cNvSpPr/>
            <p:nvPr/>
          </p:nvSpPr>
          <p:spPr>
            <a:xfrm>
              <a:off x="5809392" y="3086113"/>
              <a:ext cx="412354" cy="416238"/>
            </a:xfrm>
            <a:prstGeom prst="rect">
              <a:avLst/>
            </a:prstGeom>
            <a:solidFill>
              <a:srgbClr val="7FBC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3" name="Rectangle 262">
              <a:extLst>
                <a:ext uri="{FF2B5EF4-FFF2-40B4-BE49-F238E27FC236}">
                  <a16:creationId xmlns:a16="http://schemas.microsoft.com/office/drawing/2014/main" id="{F4E37682-81B5-2FC2-1321-090CA18B241C}"/>
                </a:ext>
              </a:extLst>
            </p:cNvPr>
            <p:cNvSpPr/>
            <p:nvPr/>
          </p:nvSpPr>
          <p:spPr>
            <a:xfrm>
              <a:off x="4495960" y="2185077"/>
              <a:ext cx="331644" cy="331644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4</a:t>
              </a:r>
            </a:p>
          </p:txBody>
        </p:sp>
        <p:sp>
          <p:nvSpPr>
            <p:cNvPr id="264" name="Rectangle 263">
              <a:extLst>
                <a:ext uri="{FF2B5EF4-FFF2-40B4-BE49-F238E27FC236}">
                  <a16:creationId xmlns:a16="http://schemas.microsoft.com/office/drawing/2014/main" id="{640082BA-4E01-7AD4-E2D4-D0D9ED604201}"/>
                </a:ext>
              </a:extLst>
            </p:cNvPr>
            <p:cNvSpPr/>
            <p:nvPr/>
          </p:nvSpPr>
          <p:spPr>
            <a:xfrm>
              <a:off x="2037202" y="3084418"/>
              <a:ext cx="416658" cy="4205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 264">
              <a:extLst>
                <a:ext uri="{FF2B5EF4-FFF2-40B4-BE49-F238E27FC236}">
                  <a16:creationId xmlns:a16="http://schemas.microsoft.com/office/drawing/2014/main" id="{FD688A39-512B-5687-4583-B84EB8A758DB}"/>
                </a:ext>
              </a:extLst>
            </p:cNvPr>
            <p:cNvSpPr/>
            <p:nvPr/>
          </p:nvSpPr>
          <p:spPr>
            <a:xfrm>
              <a:off x="6632639" y="3082089"/>
              <a:ext cx="416658" cy="42054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Oval 282">
              <a:extLst>
                <a:ext uri="{FF2B5EF4-FFF2-40B4-BE49-F238E27FC236}">
                  <a16:creationId xmlns:a16="http://schemas.microsoft.com/office/drawing/2014/main" id="{AECEC6E0-D88A-64D4-C8A9-F07EDB2F5FE0}"/>
                </a:ext>
              </a:extLst>
            </p:cNvPr>
            <p:cNvSpPr/>
            <p:nvPr/>
          </p:nvSpPr>
          <p:spPr>
            <a:xfrm>
              <a:off x="4495960" y="3712522"/>
              <a:ext cx="331644" cy="331644"/>
            </a:xfrm>
            <a:prstGeom prst="ellipse">
              <a:avLst/>
            </a:prstGeom>
            <a:solidFill>
              <a:srgbClr val="5CCACD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4</a:t>
              </a:r>
            </a:p>
          </p:txBody>
        </p:sp>
        <p:sp>
          <p:nvSpPr>
            <p:cNvPr id="290" name="Rectangle 289">
              <a:extLst>
                <a:ext uri="{FF2B5EF4-FFF2-40B4-BE49-F238E27FC236}">
                  <a16:creationId xmlns:a16="http://schemas.microsoft.com/office/drawing/2014/main" id="{3574D1D3-30DA-3DBC-8AD9-0B5220BE3D7B}"/>
                </a:ext>
              </a:extLst>
            </p:cNvPr>
            <p:cNvSpPr/>
            <p:nvPr/>
          </p:nvSpPr>
          <p:spPr>
            <a:xfrm>
              <a:off x="3285920" y="4607888"/>
              <a:ext cx="394978" cy="416238"/>
            </a:xfrm>
            <a:prstGeom prst="rect">
              <a:avLst/>
            </a:prstGeom>
            <a:solidFill>
              <a:srgbClr val="F4A5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921EB090-C109-B2AE-3227-0EDF9C417A0C}"/>
                </a:ext>
              </a:extLst>
            </p:cNvPr>
            <p:cNvSpPr/>
            <p:nvPr/>
          </p:nvSpPr>
          <p:spPr>
            <a:xfrm>
              <a:off x="5387318" y="4612397"/>
              <a:ext cx="412354" cy="416238"/>
            </a:xfrm>
            <a:prstGeom prst="rect">
              <a:avLst/>
            </a:prstGeom>
            <a:solidFill>
              <a:srgbClr val="2166A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06D83BFD-7EB7-B9B8-7DF8-FEB70050C5F2}"/>
                </a:ext>
              </a:extLst>
            </p:cNvPr>
            <p:cNvSpPr/>
            <p:nvPr/>
          </p:nvSpPr>
          <p:spPr>
            <a:xfrm>
              <a:off x="6212992" y="4612499"/>
              <a:ext cx="412354" cy="416238"/>
            </a:xfrm>
            <a:prstGeom prst="rect">
              <a:avLst/>
            </a:prstGeom>
            <a:solidFill>
              <a:srgbClr val="2166A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50A21809-355A-71FC-0010-9A7065EC00EE}"/>
                </a:ext>
              </a:extLst>
            </p:cNvPr>
            <p:cNvSpPr/>
            <p:nvPr/>
          </p:nvSpPr>
          <p:spPr>
            <a:xfrm>
              <a:off x="3698545" y="4608556"/>
              <a:ext cx="412354" cy="416238"/>
            </a:xfrm>
            <a:prstGeom prst="rect">
              <a:avLst/>
            </a:prstGeom>
            <a:solidFill>
              <a:srgbClr val="2166A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050E537D-C7FC-4720-B7C9-96517E8B59FC}"/>
                </a:ext>
              </a:extLst>
            </p:cNvPr>
            <p:cNvSpPr/>
            <p:nvPr/>
          </p:nvSpPr>
          <p:spPr>
            <a:xfrm>
              <a:off x="5386990" y="5083686"/>
              <a:ext cx="412683" cy="427313"/>
            </a:xfrm>
            <a:prstGeom prst="rect">
              <a:avLst/>
            </a:prstGeom>
            <a:solidFill>
              <a:srgbClr val="5CCAC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Oval 294">
              <a:extLst>
                <a:ext uri="{FF2B5EF4-FFF2-40B4-BE49-F238E27FC236}">
                  <a16:creationId xmlns:a16="http://schemas.microsoft.com/office/drawing/2014/main" id="{095C9652-A7EB-7FCF-183F-64B5E4AFB3AA}"/>
                </a:ext>
              </a:extLst>
            </p:cNvPr>
            <p:cNvSpPr/>
            <p:nvPr/>
          </p:nvSpPr>
          <p:spPr>
            <a:xfrm>
              <a:off x="5521661" y="5961276"/>
              <a:ext cx="331644" cy="331644"/>
            </a:xfrm>
            <a:prstGeom prst="ellipse">
              <a:avLst/>
            </a:prstGeom>
            <a:solidFill>
              <a:srgbClr val="F4A582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Aptos" panose="020B0004020202020204" pitchFamily="34" charset="0"/>
                </a:rPr>
                <a:t>1</a:t>
              </a:r>
            </a:p>
          </p:txBody>
        </p:sp>
        <p:sp>
          <p:nvSpPr>
            <p:cNvPr id="296" name="Rectangle 295">
              <a:extLst>
                <a:ext uri="{FF2B5EF4-FFF2-40B4-BE49-F238E27FC236}">
                  <a16:creationId xmlns:a16="http://schemas.microsoft.com/office/drawing/2014/main" id="{730E8450-1C8D-4087-2FD7-5769EA335481}"/>
                </a:ext>
              </a:extLst>
            </p:cNvPr>
            <p:cNvSpPr/>
            <p:nvPr/>
          </p:nvSpPr>
          <p:spPr>
            <a:xfrm>
              <a:off x="5365817" y="6855032"/>
              <a:ext cx="413207" cy="416238"/>
            </a:xfrm>
            <a:prstGeom prst="rect">
              <a:avLst/>
            </a:prstGeom>
            <a:solidFill>
              <a:srgbClr val="FFD9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Rectangle 296">
              <a:extLst>
                <a:ext uri="{FF2B5EF4-FFF2-40B4-BE49-F238E27FC236}">
                  <a16:creationId xmlns:a16="http://schemas.microsoft.com/office/drawing/2014/main" id="{560EEBA9-5C63-E9AB-8BA9-2F02F01D17AB}"/>
                </a:ext>
              </a:extLst>
            </p:cNvPr>
            <p:cNvSpPr/>
            <p:nvPr/>
          </p:nvSpPr>
          <p:spPr>
            <a:xfrm>
              <a:off x="5365817" y="7333799"/>
              <a:ext cx="409811" cy="416238"/>
            </a:xfrm>
            <a:prstGeom prst="rect">
              <a:avLst/>
            </a:prstGeom>
            <a:solidFill>
              <a:srgbClr val="F4A5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F3628722-CF14-658D-328C-741513C36B82}"/>
                </a:ext>
              </a:extLst>
            </p:cNvPr>
            <p:cNvSpPr/>
            <p:nvPr/>
          </p:nvSpPr>
          <p:spPr>
            <a:xfrm>
              <a:off x="5802947" y="7333663"/>
              <a:ext cx="409811" cy="416238"/>
            </a:xfrm>
            <a:prstGeom prst="rect">
              <a:avLst/>
            </a:prstGeom>
            <a:solidFill>
              <a:srgbClr val="F4A5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Rectangle 298">
              <a:extLst>
                <a:ext uri="{FF2B5EF4-FFF2-40B4-BE49-F238E27FC236}">
                  <a16:creationId xmlns:a16="http://schemas.microsoft.com/office/drawing/2014/main" id="{8884BFB2-AE9E-00D8-0C03-085B2F7A1FB7}"/>
                </a:ext>
              </a:extLst>
            </p:cNvPr>
            <p:cNvSpPr/>
            <p:nvPr/>
          </p:nvSpPr>
          <p:spPr>
            <a:xfrm>
              <a:off x="6212938" y="6855696"/>
              <a:ext cx="409811" cy="416238"/>
            </a:xfrm>
            <a:prstGeom prst="rect">
              <a:avLst/>
            </a:prstGeom>
            <a:solidFill>
              <a:srgbClr val="F4A5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1FE12940-56D2-EA1B-ECDE-F50ACEEA3123}"/>
                </a:ext>
              </a:extLst>
            </p:cNvPr>
            <p:cNvSpPr txBox="1"/>
            <p:nvPr/>
          </p:nvSpPr>
          <p:spPr>
            <a:xfrm>
              <a:off x="7925281" y="6573131"/>
              <a:ext cx="2069173" cy="11079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Shuffled </a:t>
              </a:r>
            </a:p>
            <a:p>
              <a:pPr algn="ctr"/>
              <a:r>
                <a:rPr lang="en-US" sz="2200" dirty="0">
                  <a:latin typeface="Aptos" panose="020F0502020204030204" pitchFamily="34" charset="0"/>
                </a:rPr>
                <a:t>groups (CI) </a:t>
              </a:r>
            </a:p>
            <a:p>
              <a:pPr algn="ctr"/>
              <a:endParaRPr lang="en-US" sz="2200" dirty="0">
                <a:latin typeface="Aptos" panose="020F050202020403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4BEB98F3-37B6-7E0A-379D-E3FD39BD7512}"/>
                </a:ext>
              </a:extLst>
            </p:cNvPr>
            <p:cNvSpPr txBox="1"/>
            <p:nvPr/>
          </p:nvSpPr>
          <p:spPr>
            <a:xfrm>
              <a:off x="541115" y="-104420"/>
              <a:ext cx="4443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latin typeface="Helvetica" pitchFamily="2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599938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192</TotalTime>
  <Words>218</Words>
  <Application>Microsoft Macintosh PowerPoint</Application>
  <PresentationFormat>Custom</PresentationFormat>
  <Paragraphs>74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Cambria Math</vt:lpstr>
      <vt:lpstr>Helvetica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Ritwika Vallomparambath PanikkasserySugasree</dc:creator>
  <cp:lastModifiedBy>Ritwika Vallomparambath PanikkasserySugasree</cp:lastModifiedBy>
  <cp:revision>1</cp:revision>
  <dcterms:created xsi:type="dcterms:W3CDTF">2025-12-08T10:44:29Z</dcterms:created>
  <dcterms:modified xsi:type="dcterms:W3CDTF">2025-12-08T13:57:21Z</dcterms:modified>
</cp:coreProperties>
</file>