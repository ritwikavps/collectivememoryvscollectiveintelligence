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60" r:id="rId2"/>
  </p:sldIdLst>
  <p:sldSz cx="10972800" cy="7770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97E2"/>
    <a:srgbClr val="FFD966"/>
    <a:srgbClr val="7FBC41"/>
    <a:srgbClr val="DE77AD"/>
    <a:srgbClr val="F4A582"/>
    <a:srgbClr val="A297E1"/>
    <a:srgbClr val="948ACD"/>
    <a:srgbClr val="ACA0EB"/>
    <a:srgbClr val="DE77AE"/>
    <a:srgbClr val="76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55"/>
    <p:restoredTop sz="96266"/>
  </p:normalViewPr>
  <p:slideViewPr>
    <p:cSldViewPr snapToGrid="0" snapToObjects="1">
      <p:cViewPr varScale="1">
        <p:scale>
          <a:sx n="107" d="100"/>
          <a:sy n="107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271752"/>
            <a:ext cx="9326880" cy="2705394"/>
          </a:xfrm>
        </p:spPr>
        <p:txBody>
          <a:bodyPr anchor="b"/>
          <a:lstStyle>
            <a:lvl1pPr algn="ctr">
              <a:defRPr sz="6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81476"/>
            <a:ext cx="8229600" cy="1876147"/>
          </a:xfrm>
        </p:spPr>
        <p:txBody>
          <a:bodyPr/>
          <a:lstStyle>
            <a:lvl1pPr marL="0" indent="0" algn="ctr">
              <a:buNone/>
              <a:defRPr sz="2719"/>
            </a:lvl1pPr>
            <a:lvl2pPr marL="518053" indent="0" algn="ctr">
              <a:buNone/>
              <a:defRPr sz="2266"/>
            </a:lvl2pPr>
            <a:lvl3pPr marL="1036107" indent="0" algn="ctr">
              <a:buNone/>
              <a:defRPr sz="2040"/>
            </a:lvl3pPr>
            <a:lvl4pPr marL="1554160" indent="0" algn="ctr">
              <a:buNone/>
              <a:defRPr sz="1813"/>
            </a:lvl4pPr>
            <a:lvl5pPr marL="2072213" indent="0" algn="ctr">
              <a:buNone/>
              <a:defRPr sz="1813"/>
            </a:lvl5pPr>
            <a:lvl6pPr marL="2590267" indent="0" algn="ctr">
              <a:buNone/>
              <a:defRPr sz="1813"/>
            </a:lvl6pPr>
            <a:lvl7pPr marL="3108320" indent="0" algn="ctr">
              <a:buNone/>
              <a:defRPr sz="1813"/>
            </a:lvl7pPr>
            <a:lvl8pPr marL="3626373" indent="0" algn="ctr">
              <a:buNone/>
              <a:defRPr sz="1813"/>
            </a:lvl8pPr>
            <a:lvl9pPr marL="4144427" indent="0" algn="ctr">
              <a:buNone/>
              <a:defRPr sz="18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4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1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1937309"/>
            <a:ext cx="9464040" cy="3232442"/>
          </a:xfrm>
        </p:spPr>
        <p:txBody>
          <a:bodyPr anchor="b"/>
          <a:lstStyle>
            <a:lvl1pPr>
              <a:defRPr sz="6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5200331"/>
            <a:ext cx="9464040" cy="1699865"/>
          </a:xfrm>
        </p:spPr>
        <p:txBody>
          <a:bodyPr/>
          <a:lstStyle>
            <a:lvl1pPr marL="0" indent="0">
              <a:buNone/>
              <a:defRPr sz="2719">
                <a:solidFill>
                  <a:schemeClr val="tx1"/>
                </a:solidFill>
              </a:defRPr>
            </a:lvl1pPr>
            <a:lvl2pPr marL="518053" indent="0">
              <a:buNone/>
              <a:defRPr sz="2266">
                <a:solidFill>
                  <a:schemeClr val="tx1">
                    <a:tint val="75000"/>
                  </a:schemeClr>
                </a:solidFill>
              </a:defRPr>
            </a:lvl2pPr>
            <a:lvl3pPr marL="1036107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160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2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267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320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637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4427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8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2068619"/>
            <a:ext cx="4663440" cy="4930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2068619"/>
            <a:ext cx="4663440" cy="4930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13726"/>
            <a:ext cx="9464040" cy="1501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904929"/>
            <a:ext cx="4642008" cy="933576"/>
          </a:xfrm>
        </p:spPr>
        <p:txBody>
          <a:bodyPr anchor="b"/>
          <a:lstStyle>
            <a:lvl1pPr marL="0" indent="0">
              <a:buNone/>
              <a:defRPr sz="2719" b="1"/>
            </a:lvl1pPr>
            <a:lvl2pPr marL="518053" indent="0">
              <a:buNone/>
              <a:defRPr sz="2266" b="1"/>
            </a:lvl2pPr>
            <a:lvl3pPr marL="1036107" indent="0">
              <a:buNone/>
              <a:defRPr sz="2040" b="1"/>
            </a:lvl3pPr>
            <a:lvl4pPr marL="1554160" indent="0">
              <a:buNone/>
              <a:defRPr sz="1813" b="1"/>
            </a:lvl4pPr>
            <a:lvl5pPr marL="2072213" indent="0">
              <a:buNone/>
              <a:defRPr sz="1813" b="1"/>
            </a:lvl5pPr>
            <a:lvl6pPr marL="2590267" indent="0">
              <a:buNone/>
              <a:defRPr sz="1813" b="1"/>
            </a:lvl6pPr>
            <a:lvl7pPr marL="3108320" indent="0">
              <a:buNone/>
              <a:defRPr sz="1813" b="1"/>
            </a:lvl7pPr>
            <a:lvl8pPr marL="3626373" indent="0">
              <a:buNone/>
              <a:defRPr sz="1813" b="1"/>
            </a:lvl8pPr>
            <a:lvl9pPr marL="4144427" indent="0">
              <a:buNone/>
              <a:defRPr sz="18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838505"/>
            <a:ext cx="4642008" cy="41750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1904929"/>
            <a:ext cx="4664869" cy="933576"/>
          </a:xfrm>
        </p:spPr>
        <p:txBody>
          <a:bodyPr anchor="b"/>
          <a:lstStyle>
            <a:lvl1pPr marL="0" indent="0">
              <a:buNone/>
              <a:defRPr sz="2719" b="1"/>
            </a:lvl1pPr>
            <a:lvl2pPr marL="518053" indent="0">
              <a:buNone/>
              <a:defRPr sz="2266" b="1"/>
            </a:lvl2pPr>
            <a:lvl3pPr marL="1036107" indent="0">
              <a:buNone/>
              <a:defRPr sz="2040" b="1"/>
            </a:lvl3pPr>
            <a:lvl4pPr marL="1554160" indent="0">
              <a:buNone/>
              <a:defRPr sz="1813" b="1"/>
            </a:lvl4pPr>
            <a:lvl5pPr marL="2072213" indent="0">
              <a:buNone/>
              <a:defRPr sz="1813" b="1"/>
            </a:lvl5pPr>
            <a:lvl6pPr marL="2590267" indent="0">
              <a:buNone/>
              <a:defRPr sz="1813" b="1"/>
            </a:lvl6pPr>
            <a:lvl7pPr marL="3108320" indent="0">
              <a:buNone/>
              <a:defRPr sz="1813" b="1"/>
            </a:lvl7pPr>
            <a:lvl8pPr marL="3626373" indent="0">
              <a:buNone/>
              <a:defRPr sz="1813" b="1"/>
            </a:lvl8pPr>
            <a:lvl9pPr marL="4144427" indent="0">
              <a:buNone/>
              <a:defRPr sz="18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2838505"/>
            <a:ext cx="4664869" cy="41750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7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9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18054"/>
            <a:ext cx="3539014" cy="1813190"/>
          </a:xfrm>
        </p:spPr>
        <p:txBody>
          <a:bodyPr anchor="b"/>
          <a:lstStyle>
            <a:lvl1pPr>
              <a:defRPr sz="36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118855"/>
            <a:ext cx="5554980" cy="5522314"/>
          </a:xfrm>
        </p:spPr>
        <p:txBody>
          <a:bodyPr/>
          <a:lstStyle>
            <a:lvl1pPr>
              <a:defRPr sz="3626"/>
            </a:lvl1pPr>
            <a:lvl2pPr>
              <a:defRPr sz="3173"/>
            </a:lvl2pPr>
            <a:lvl3pPr>
              <a:defRPr sz="2719"/>
            </a:lvl3pPr>
            <a:lvl4pPr>
              <a:defRPr sz="2266"/>
            </a:lvl4pPr>
            <a:lvl5pPr>
              <a:defRPr sz="2266"/>
            </a:lvl5pPr>
            <a:lvl6pPr>
              <a:defRPr sz="2266"/>
            </a:lvl6pPr>
            <a:lvl7pPr>
              <a:defRPr sz="2266"/>
            </a:lvl7pPr>
            <a:lvl8pPr>
              <a:defRPr sz="2266"/>
            </a:lvl8pPr>
            <a:lvl9pPr>
              <a:defRPr sz="22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331244"/>
            <a:ext cx="3539014" cy="4318918"/>
          </a:xfrm>
        </p:spPr>
        <p:txBody>
          <a:bodyPr/>
          <a:lstStyle>
            <a:lvl1pPr marL="0" indent="0">
              <a:buNone/>
              <a:defRPr sz="1813"/>
            </a:lvl1pPr>
            <a:lvl2pPr marL="518053" indent="0">
              <a:buNone/>
              <a:defRPr sz="1586"/>
            </a:lvl2pPr>
            <a:lvl3pPr marL="1036107" indent="0">
              <a:buNone/>
              <a:defRPr sz="1360"/>
            </a:lvl3pPr>
            <a:lvl4pPr marL="1554160" indent="0">
              <a:buNone/>
              <a:defRPr sz="1133"/>
            </a:lvl4pPr>
            <a:lvl5pPr marL="2072213" indent="0">
              <a:buNone/>
              <a:defRPr sz="1133"/>
            </a:lvl5pPr>
            <a:lvl6pPr marL="2590267" indent="0">
              <a:buNone/>
              <a:defRPr sz="1133"/>
            </a:lvl6pPr>
            <a:lvl7pPr marL="3108320" indent="0">
              <a:buNone/>
              <a:defRPr sz="1133"/>
            </a:lvl7pPr>
            <a:lvl8pPr marL="3626373" indent="0">
              <a:buNone/>
              <a:defRPr sz="1133"/>
            </a:lvl8pPr>
            <a:lvl9pPr marL="4144427" indent="0">
              <a:buNone/>
              <a:defRPr sz="1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2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18054"/>
            <a:ext cx="3539014" cy="1813190"/>
          </a:xfrm>
        </p:spPr>
        <p:txBody>
          <a:bodyPr anchor="b"/>
          <a:lstStyle>
            <a:lvl1pPr>
              <a:defRPr sz="36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118855"/>
            <a:ext cx="5554980" cy="5522314"/>
          </a:xfrm>
        </p:spPr>
        <p:txBody>
          <a:bodyPr anchor="t"/>
          <a:lstStyle>
            <a:lvl1pPr marL="0" indent="0">
              <a:buNone/>
              <a:defRPr sz="3626"/>
            </a:lvl1pPr>
            <a:lvl2pPr marL="518053" indent="0">
              <a:buNone/>
              <a:defRPr sz="3173"/>
            </a:lvl2pPr>
            <a:lvl3pPr marL="1036107" indent="0">
              <a:buNone/>
              <a:defRPr sz="2719"/>
            </a:lvl3pPr>
            <a:lvl4pPr marL="1554160" indent="0">
              <a:buNone/>
              <a:defRPr sz="2266"/>
            </a:lvl4pPr>
            <a:lvl5pPr marL="2072213" indent="0">
              <a:buNone/>
              <a:defRPr sz="2266"/>
            </a:lvl5pPr>
            <a:lvl6pPr marL="2590267" indent="0">
              <a:buNone/>
              <a:defRPr sz="2266"/>
            </a:lvl6pPr>
            <a:lvl7pPr marL="3108320" indent="0">
              <a:buNone/>
              <a:defRPr sz="2266"/>
            </a:lvl7pPr>
            <a:lvl8pPr marL="3626373" indent="0">
              <a:buNone/>
              <a:defRPr sz="2266"/>
            </a:lvl8pPr>
            <a:lvl9pPr marL="4144427" indent="0">
              <a:buNone/>
              <a:defRPr sz="22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331244"/>
            <a:ext cx="3539014" cy="4318918"/>
          </a:xfrm>
        </p:spPr>
        <p:txBody>
          <a:bodyPr/>
          <a:lstStyle>
            <a:lvl1pPr marL="0" indent="0">
              <a:buNone/>
              <a:defRPr sz="1813"/>
            </a:lvl1pPr>
            <a:lvl2pPr marL="518053" indent="0">
              <a:buNone/>
              <a:defRPr sz="1586"/>
            </a:lvl2pPr>
            <a:lvl3pPr marL="1036107" indent="0">
              <a:buNone/>
              <a:defRPr sz="1360"/>
            </a:lvl3pPr>
            <a:lvl4pPr marL="1554160" indent="0">
              <a:buNone/>
              <a:defRPr sz="1133"/>
            </a:lvl4pPr>
            <a:lvl5pPr marL="2072213" indent="0">
              <a:buNone/>
              <a:defRPr sz="1133"/>
            </a:lvl5pPr>
            <a:lvl6pPr marL="2590267" indent="0">
              <a:buNone/>
              <a:defRPr sz="1133"/>
            </a:lvl6pPr>
            <a:lvl7pPr marL="3108320" indent="0">
              <a:buNone/>
              <a:defRPr sz="1133"/>
            </a:lvl7pPr>
            <a:lvl8pPr marL="3626373" indent="0">
              <a:buNone/>
              <a:defRPr sz="1133"/>
            </a:lvl8pPr>
            <a:lvl9pPr marL="4144427" indent="0">
              <a:buNone/>
              <a:defRPr sz="1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3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2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413724"/>
            <a:ext cx="2366010" cy="65854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413724"/>
            <a:ext cx="6960870" cy="6585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0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13726"/>
            <a:ext cx="9464040" cy="1501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068619"/>
            <a:ext cx="9464040" cy="4930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7202394"/>
            <a:ext cx="2468880" cy="4137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224CF-73BE-D84C-91AC-8A223FA3AEB9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7202394"/>
            <a:ext cx="3703320" cy="4137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7202394"/>
            <a:ext cx="2468880" cy="4137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AAA9-DF29-0A4E-9724-8881E4C11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8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036107" rtl="0" eaLnBrk="1" latinLnBrk="0" hangingPunct="1">
        <a:lnSpc>
          <a:spcPct val="90000"/>
        </a:lnSpc>
        <a:spcBef>
          <a:spcPct val="0"/>
        </a:spcBef>
        <a:buNone/>
        <a:defRPr sz="4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27" indent="-259027" algn="l" defTabSz="1036107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080" indent="-259027" algn="l" defTabSz="103610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19" kern="1200">
          <a:solidFill>
            <a:schemeClr val="tx1"/>
          </a:solidFill>
          <a:latin typeface="+mn-lt"/>
          <a:ea typeface="+mn-ea"/>
          <a:cs typeface="+mn-cs"/>
        </a:defRPr>
      </a:lvl2pPr>
      <a:lvl3pPr marL="1295133" indent="-259027" algn="l" defTabSz="103610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6" kern="1200">
          <a:solidFill>
            <a:schemeClr val="tx1"/>
          </a:solidFill>
          <a:latin typeface="+mn-lt"/>
          <a:ea typeface="+mn-ea"/>
          <a:cs typeface="+mn-cs"/>
        </a:defRPr>
      </a:lvl3pPr>
      <a:lvl4pPr marL="1813187" indent="-259027" algn="l" defTabSz="103610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240" indent="-259027" algn="l" defTabSz="103610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293" indent="-259027" algn="l" defTabSz="103610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347" indent="-259027" algn="l" defTabSz="103610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5400" indent="-259027" algn="l" defTabSz="103610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3453" indent="-259027" algn="l" defTabSz="103610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053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107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160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213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267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320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6373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4427" algn="l" defTabSz="1036107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5AABBB30-CBBF-69EF-DECA-D3A41E2A6F66}"/>
              </a:ext>
            </a:extLst>
          </p:cNvPr>
          <p:cNvGrpSpPr/>
          <p:nvPr/>
        </p:nvGrpSpPr>
        <p:grpSpPr>
          <a:xfrm>
            <a:off x="-1354453" y="-45402"/>
            <a:ext cx="12366256" cy="7861621"/>
            <a:chOff x="4587209" y="390192"/>
            <a:chExt cx="12366256" cy="7861621"/>
          </a:xfrm>
        </p:grpSpPr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B86B7831-C504-3EFC-350C-ACFE60137C15}"/>
                </a:ext>
              </a:extLst>
            </p:cNvPr>
            <p:cNvSpPr txBox="1"/>
            <p:nvPr/>
          </p:nvSpPr>
          <p:spPr>
            <a:xfrm>
              <a:off x="5936066" y="390192"/>
              <a:ext cx="41088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ptos" panose="020F0502020204030204" pitchFamily="34" charset="0"/>
                </a:rPr>
                <a:t>Task size, </a:t>
              </a:r>
              <a:r>
                <a:rPr lang="en-US" sz="2400" i="1" dirty="0">
                  <a:latin typeface="Aptos" panose="020F0502020204030204" pitchFamily="34" charset="0"/>
                </a:rPr>
                <a:t>T </a:t>
              </a:r>
              <a:r>
                <a:rPr lang="en-US" sz="2400" dirty="0">
                  <a:latin typeface="Aptos" panose="020F0502020204030204" pitchFamily="34" charset="0"/>
                </a:rPr>
                <a:t>(15 bits)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F2DD9E74-EFB8-9E74-303A-02BDE7DD3FF4}"/>
                </a:ext>
              </a:extLst>
            </p:cNvPr>
            <p:cNvSpPr txBox="1"/>
            <p:nvPr/>
          </p:nvSpPr>
          <p:spPr>
            <a:xfrm>
              <a:off x="6616250" y="7820926"/>
              <a:ext cx="338412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200" i="1" dirty="0">
                  <a:latin typeface="Aptos" panose="020F0502020204030204" pitchFamily="34" charset="0"/>
                </a:rPr>
                <a:t>Excluded bits: 2</a:t>
              </a:r>
            </a:p>
          </p:txBody>
        </p:sp>
        <p:grpSp>
          <p:nvGrpSpPr>
            <p:cNvPr id="735" name="Group 734">
              <a:extLst>
                <a:ext uri="{FF2B5EF4-FFF2-40B4-BE49-F238E27FC236}">
                  <a16:creationId xmlns:a16="http://schemas.microsoft.com/office/drawing/2014/main" id="{C6D5845A-0EB4-C971-C665-3A58AD3F9BF2}"/>
                </a:ext>
              </a:extLst>
            </p:cNvPr>
            <p:cNvGrpSpPr/>
            <p:nvPr/>
          </p:nvGrpSpPr>
          <p:grpSpPr>
            <a:xfrm>
              <a:off x="6718552" y="826112"/>
              <a:ext cx="5880100" cy="190500"/>
              <a:chOff x="2222500" y="762000"/>
              <a:chExt cx="5880100" cy="190500"/>
            </a:xfrm>
          </p:grpSpPr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3613EE2A-2AF2-EE18-91F3-0659BDE50F62}"/>
                  </a:ext>
                </a:extLst>
              </p:cNvPr>
              <p:cNvSpPr/>
              <p:nvPr/>
            </p:nvSpPr>
            <p:spPr>
              <a:xfrm>
                <a:off x="22225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7" name="Rectangle 736">
                <a:extLst>
                  <a:ext uri="{FF2B5EF4-FFF2-40B4-BE49-F238E27FC236}">
                    <a16:creationId xmlns:a16="http://schemas.microsoft.com/office/drawing/2014/main" id="{54A45495-77C7-9668-049F-4F6AD3BE16FE}"/>
                  </a:ext>
                </a:extLst>
              </p:cNvPr>
              <p:cNvSpPr/>
              <p:nvPr/>
            </p:nvSpPr>
            <p:spPr>
              <a:xfrm>
                <a:off x="26162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8" name="Rectangle 737">
                <a:extLst>
                  <a:ext uri="{FF2B5EF4-FFF2-40B4-BE49-F238E27FC236}">
                    <a16:creationId xmlns:a16="http://schemas.microsoft.com/office/drawing/2014/main" id="{2A55224B-90D5-D807-3DFE-80B5E50F5CAA}"/>
                  </a:ext>
                </a:extLst>
              </p:cNvPr>
              <p:cNvSpPr/>
              <p:nvPr/>
            </p:nvSpPr>
            <p:spPr>
              <a:xfrm>
                <a:off x="30099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9" name="Rectangle 738">
                <a:extLst>
                  <a:ext uri="{FF2B5EF4-FFF2-40B4-BE49-F238E27FC236}">
                    <a16:creationId xmlns:a16="http://schemas.microsoft.com/office/drawing/2014/main" id="{4E2B5B7D-D90F-7A97-87A0-DF61D5F6FA92}"/>
                  </a:ext>
                </a:extLst>
              </p:cNvPr>
              <p:cNvSpPr/>
              <p:nvPr/>
            </p:nvSpPr>
            <p:spPr>
              <a:xfrm>
                <a:off x="34036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0" name="Rectangle 739">
                <a:extLst>
                  <a:ext uri="{FF2B5EF4-FFF2-40B4-BE49-F238E27FC236}">
                    <a16:creationId xmlns:a16="http://schemas.microsoft.com/office/drawing/2014/main" id="{600A8F25-7B34-63FC-013F-27703BCAF9CC}"/>
                  </a:ext>
                </a:extLst>
              </p:cNvPr>
              <p:cNvSpPr/>
              <p:nvPr/>
            </p:nvSpPr>
            <p:spPr>
              <a:xfrm>
                <a:off x="37973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1" name="Rectangle 740">
                <a:extLst>
                  <a:ext uri="{FF2B5EF4-FFF2-40B4-BE49-F238E27FC236}">
                    <a16:creationId xmlns:a16="http://schemas.microsoft.com/office/drawing/2014/main" id="{01C41718-DE07-0473-2743-71A43A04F694}"/>
                  </a:ext>
                </a:extLst>
              </p:cNvPr>
              <p:cNvSpPr/>
              <p:nvPr/>
            </p:nvSpPr>
            <p:spPr>
              <a:xfrm>
                <a:off x="41910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2" name="Rectangle 741">
                <a:extLst>
                  <a:ext uri="{FF2B5EF4-FFF2-40B4-BE49-F238E27FC236}">
                    <a16:creationId xmlns:a16="http://schemas.microsoft.com/office/drawing/2014/main" id="{956AFA4D-1ADB-447D-27D7-154ECB51B131}"/>
                  </a:ext>
                </a:extLst>
              </p:cNvPr>
              <p:cNvSpPr/>
              <p:nvPr/>
            </p:nvSpPr>
            <p:spPr>
              <a:xfrm>
                <a:off x="45847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3" name="Rectangle 742">
                <a:extLst>
                  <a:ext uri="{FF2B5EF4-FFF2-40B4-BE49-F238E27FC236}">
                    <a16:creationId xmlns:a16="http://schemas.microsoft.com/office/drawing/2014/main" id="{D6831662-7734-B4FA-767B-6778A36AAD8E}"/>
                  </a:ext>
                </a:extLst>
              </p:cNvPr>
              <p:cNvSpPr/>
              <p:nvPr/>
            </p:nvSpPr>
            <p:spPr>
              <a:xfrm>
                <a:off x="49784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4" name="Rectangle 743">
                <a:extLst>
                  <a:ext uri="{FF2B5EF4-FFF2-40B4-BE49-F238E27FC236}">
                    <a16:creationId xmlns:a16="http://schemas.microsoft.com/office/drawing/2014/main" id="{0E7CD0A4-C7FE-6144-0A11-832E988A923C}"/>
                  </a:ext>
                </a:extLst>
              </p:cNvPr>
              <p:cNvSpPr/>
              <p:nvPr/>
            </p:nvSpPr>
            <p:spPr>
              <a:xfrm>
                <a:off x="53721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5" name="Rectangle 744">
                <a:extLst>
                  <a:ext uri="{FF2B5EF4-FFF2-40B4-BE49-F238E27FC236}">
                    <a16:creationId xmlns:a16="http://schemas.microsoft.com/office/drawing/2014/main" id="{58EE566E-ABDB-A3BC-84BE-A63E298CB18C}"/>
                  </a:ext>
                </a:extLst>
              </p:cNvPr>
              <p:cNvSpPr/>
              <p:nvPr/>
            </p:nvSpPr>
            <p:spPr>
              <a:xfrm>
                <a:off x="57658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5133DB60-6AF1-0FE2-79FE-33B0008C25D5}"/>
                  </a:ext>
                </a:extLst>
              </p:cNvPr>
              <p:cNvSpPr/>
              <p:nvPr/>
            </p:nvSpPr>
            <p:spPr>
              <a:xfrm>
                <a:off x="61595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7" name="Rectangle 746">
                <a:extLst>
                  <a:ext uri="{FF2B5EF4-FFF2-40B4-BE49-F238E27FC236}">
                    <a16:creationId xmlns:a16="http://schemas.microsoft.com/office/drawing/2014/main" id="{63E3DAAA-1791-CDDA-FF8F-4B49FA9338C4}"/>
                  </a:ext>
                </a:extLst>
              </p:cNvPr>
              <p:cNvSpPr/>
              <p:nvPr/>
            </p:nvSpPr>
            <p:spPr>
              <a:xfrm>
                <a:off x="65532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8" name="Rectangle 747">
                <a:extLst>
                  <a:ext uri="{FF2B5EF4-FFF2-40B4-BE49-F238E27FC236}">
                    <a16:creationId xmlns:a16="http://schemas.microsoft.com/office/drawing/2014/main" id="{5978775D-70DA-BB9C-C51E-567A8177CAC7}"/>
                  </a:ext>
                </a:extLst>
              </p:cNvPr>
              <p:cNvSpPr/>
              <p:nvPr/>
            </p:nvSpPr>
            <p:spPr>
              <a:xfrm>
                <a:off x="69469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F652EDD2-90B0-5B41-9ABB-D1BBF757BFA0}"/>
                  </a:ext>
                </a:extLst>
              </p:cNvPr>
              <p:cNvSpPr/>
              <p:nvPr/>
            </p:nvSpPr>
            <p:spPr>
              <a:xfrm>
                <a:off x="73406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0" name="Rectangle 749">
                <a:extLst>
                  <a:ext uri="{FF2B5EF4-FFF2-40B4-BE49-F238E27FC236}">
                    <a16:creationId xmlns:a16="http://schemas.microsoft.com/office/drawing/2014/main" id="{AA05AF85-5482-E682-4F9E-B6BF08BC9DBD}"/>
                  </a:ext>
                </a:extLst>
              </p:cNvPr>
              <p:cNvSpPr/>
              <p:nvPr/>
            </p:nvSpPr>
            <p:spPr>
              <a:xfrm>
                <a:off x="7734300" y="762000"/>
                <a:ext cx="368300" cy="1905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32" name="TextBox 831">
              <a:extLst>
                <a:ext uri="{FF2B5EF4-FFF2-40B4-BE49-F238E27FC236}">
                  <a16:creationId xmlns:a16="http://schemas.microsoft.com/office/drawing/2014/main" id="{D7FFDE1F-7288-13F5-F6F8-40A6DA65631E}"/>
                </a:ext>
              </a:extLst>
            </p:cNvPr>
            <p:cNvSpPr txBox="1"/>
            <p:nvPr/>
          </p:nvSpPr>
          <p:spPr>
            <a:xfrm>
              <a:off x="7191829" y="3149339"/>
              <a:ext cx="61721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i="1" dirty="0">
                  <a:latin typeface="Aptos" panose="020F0502020204030204" pitchFamily="34" charset="0"/>
                </a:rPr>
                <a:t>(Random Assignment </a:t>
              </a:r>
              <a:r>
                <a:rPr lang="en-US" sz="2100" b="1" i="1" dirty="0">
                  <a:latin typeface="Aptos" panose="020F0502020204030204" pitchFamily="34" charset="0"/>
                </a:rPr>
                <a:t>With</a:t>
              </a:r>
              <a:r>
                <a:rPr lang="en-US" sz="2100" i="1" dirty="0">
                  <a:latin typeface="Aptos" panose="020F0502020204030204" pitchFamily="34" charset="0"/>
                </a:rPr>
                <a:t> Redundancy) 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D3676E1D-FD94-5668-2641-EE6B1986E226}"/>
                </a:ext>
              </a:extLst>
            </p:cNvPr>
            <p:cNvSpPr txBox="1"/>
            <p:nvPr/>
          </p:nvSpPr>
          <p:spPr>
            <a:xfrm>
              <a:off x="14168627" y="2754577"/>
              <a:ext cx="2784838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ptos" panose="020F0502020204030204" pitchFamily="34" charset="0"/>
                </a:rPr>
                <a:t>Stable groups (CM): </a:t>
              </a:r>
            </a:p>
            <a:p>
              <a:pPr algn="ctr"/>
              <a:r>
                <a:rPr lang="en-US" sz="2400" i="1" dirty="0">
                  <a:latin typeface="Aptos" panose="020F0502020204030204" pitchFamily="34" charset="0"/>
                </a:rPr>
                <a:t>N</a:t>
              </a:r>
              <a:r>
                <a:rPr lang="en-US" sz="2400" i="1" baseline="-25000" dirty="0">
                  <a:latin typeface="Aptos" panose="020F0502020204030204" pitchFamily="34" charset="0"/>
                </a:rPr>
                <a:t>a</a:t>
              </a:r>
              <a:r>
                <a:rPr lang="en-US" sz="2400" dirty="0">
                  <a:latin typeface="Aptos" panose="020F0502020204030204" pitchFamily="34" charset="0"/>
                </a:rPr>
                <a:t> = 4, </a:t>
              </a:r>
              <a:r>
                <a:rPr lang="en-US" sz="2400" i="1" dirty="0">
                  <a:latin typeface="Aptos" panose="020F0502020204030204" pitchFamily="34" charset="0"/>
                </a:rPr>
                <a:t>m</a:t>
              </a:r>
              <a:r>
                <a:rPr lang="en-US" sz="2400" i="1" baseline="-25000" dirty="0">
                  <a:latin typeface="Aptos" panose="020F0502020204030204" pitchFamily="34" charset="0"/>
                </a:rPr>
                <a:t>a</a:t>
              </a:r>
              <a:r>
                <a:rPr lang="en-US" sz="2400" dirty="0">
                  <a:latin typeface="Aptos" panose="020F0502020204030204" pitchFamily="34" charset="0"/>
                </a:rPr>
                <a:t> = 5</a:t>
              </a:r>
            </a:p>
            <a:p>
              <a:pPr algn="ctr"/>
              <a:endParaRPr lang="en-US" sz="2400" dirty="0">
                <a:latin typeface="Aptos" panose="020F0502020204030204" pitchFamily="34" charset="0"/>
              </a:endParaRPr>
            </a:p>
            <a:p>
              <a:pPr algn="ctr"/>
              <a:r>
                <a:rPr lang="en-US" sz="2400" dirty="0">
                  <a:latin typeface="Aptos" panose="020F0502020204030204" pitchFamily="34" charset="0"/>
                </a:rPr>
                <a:t>Excluded bits: 0</a:t>
              </a:r>
            </a:p>
            <a:p>
              <a:pPr algn="ctr"/>
              <a:r>
                <a:rPr lang="en-US" sz="2400" dirty="0">
                  <a:latin typeface="Aptos" panose="020F0502020204030204" pitchFamily="34" charset="0"/>
                </a:rPr>
                <a:t>(       )</a:t>
              </a:r>
            </a:p>
          </p:txBody>
        </p:sp>
        <p:sp>
          <p:nvSpPr>
            <p:cNvPr id="494" name="Left Brace 493">
              <a:extLst>
                <a:ext uri="{FF2B5EF4-FFF2-40B4-BE49-F238E27FC236}">
                  <a16:creationId xmlns:a16="http://schemas.microsoft.com/office/drawing/2014/main" id="{04ECB38A-0B6C-A261-1C34-A90AE83F4C04}"/>
                </a:ext>
              </a:extLst>
            </p:cNvPr>
            <p:cNvSpPr/>
            <p:nvPr/>
          </p:nvSpPr>
          <p:spPr>
            <a:xfrm flipH="1">
              <a:off x="13880592" y="1660058"/>
              <a:ext cx="301752" cy="3762087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A642CCE-E20D-2458-0BF9-54003002AEF2}"/>
                </a:ext>
              </a:extLst>
            </p:cNvPr>
            <p:cNvGrpSpPr/>
            <p:nvPr/>
          </p:nvGrpSpPr>
          <p:grpSpPr>
            <a:xfrm>
              <a:off x="6140545" y="1616705"/>
              <a:ext cx="7710677" cy="1537469"/>
              <a:chOff x="6140545" y="1616705"/>
              <a:chExt cx="7710677" cy="1537469"/>
            </a:xfrm>
          </p:grpSpPr>
          <p:sp>
            <p:nvSpPr>
              <p:cNvPr id="486" name="TextBox 485">
                <a:extLst>
                  <a:ext uri="{FF2B5EF4-FFF2-40B4-BE49-F238E27FC236}">
                    <a16:creationId xmlns:a16="http://schemas.microsoft.com/office/drawing/2014/main" id="{B57DA6A8-4ED7-1F19-DF94-A0C957FA93D9}"/>
                  </a:ext>
                </a:extLst>
              </p:cNvPr>
              <p:cNvSpPr txBox="1"/>
              <p:nvPr/>
            </p:nvSpPr>
            <p:spPr>
              <a:xfrm>
                <a:off x="6606274" y="1616705"/>
                <a:ext cx="20798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Aptos" panose="020F0502020204030204" pitchFamily="34" charset="0"/>
                  </a:rPr>
                  <a:t>Stable group I: 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8C342C4-91A4-7153-D86F-0B87F1A4B4E3}"/>
                  </a:ext>
                </a:extLst>
              </p:cNvPr>
              <p:cNvGrpSpPr/>
              <p:nvPr/>
            </p:nvGrpSpPr>
            <p:grpSpPr>
              <a:xfrm rot="5400000">
                <a:off x="9173772" y="1135862"/>
                <a:ext cx="334258" cy="1423634"/>
                <a:chOff x="5942651" y="1451287"/>
                <a:chExt cx="334258" cy="1423634"/>
              </a:xfrm>
            </p:grpSpPr>
            <p:sp>
              <p:nvSpPr>
                <p:cNvPr id="482" name="Rectangle 481">
                  <a:extLst>
                    <a:ext uri="{FF2B5EF4-FFF2-40B4-BE49-F238E27FC236}">
                      <a16:creationId xmlns:a16="http://schemas.microsoft.com/office/drawing/2014/main" id="{24F26332-BFAD-5BEF-873E-EE099FD517A6}"/>
                    </a:ext>
                  </a:extLst>
                </p:cNvPr>
                <p:cNvSpPr/>
                <p:nvPr/>
              </p:nvSpPr>
              <p:spPr>
                <a:xfrm rot="16200000">
                  <a:off x="5945265" y="2543277"/>
                  <a:ext cx="331644" cy="331644"/>
                </a:xfrm>
                <a:prstGeom prst="rect">
                  <a:avLst/>
                </a:prstGeom>
                <a:solidFill>
                  <a:srgbClr val="DE77A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1</a:t>
                  </a:r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F8ADD90E-9F89-7683-4A15-172BFA503AAA}"/>
                    </a:ext>
                  </a:extLst>
                </p:cNvPr>
                <p:cNvSpPr/>
                <p:nvPr/>
              </p:nvSpPr>
              <p:spPr>
                <a:xfrm rot="16200000">
                  <a:off x="5942651" y="2178994"/>
                  <a:ext cx="331644" cy="331644"/>
                </a:xfrm>
                <a:prstGeom prst="rect">
                  <a:avLst/>
                </a:prstGeom>
                <a:solidFill>
                  <a:srgbClr val="7FBC4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2</a:t>
                  </a:r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E158DC6C-9523-B913-B31F-98BF9ACA3B34}"/>
                    </a:ext>
                  </a:extLst>
                </p:cNvPr>
                <p:cNvSpPr/>
                <p:nvPr/>
              </p:nvSpPr>
              <p:spPr>
                <a:xfrm rot="16200000">
                  <a:off x="5944409" y="1815274"/>
                  <a:ext cx="331644" cy="331644"/>
                </a:xfrm>
                <a:prstGeom prst="rect">
                  <a:avLst/>
                </a:prstGeom>
                <a:solidFill>
                  <a:srgbClr val="A297E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3</a:t>
                  </a:r>
                </a:p>
              </p:txBody>
            </p:sp>
            <p:sp>
              <p:nvSpPr>
                <p:cNvPr id="504" name="Rectangle 503">
                  <a:extLst>
                    <a:ext uri="{FF2B5EF4-FFF2-40B4-BE49-F238E27FC236}">
                      <a16:creationId xmlns:a16="http://schemas.microsoft.com/office/drawing/2014/main" id="{4972BDFD-68D6-BAD4-D073-53DA456A3666}"/>
                    </a:ext>
                  </a:extLst>
                </p:cNvPr>
                <p:cNvSpPr/>
                <p:nvPr/>
              </p:nvSpPr>
              <p:spPr>
                <a:xfrm rot="16200000">
                  <a:off x="5944409" y="1451287"/>
                  <a:ext cx="331644" cy="331644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4</a:t>
                  </a:r>
                </a:p>
              </p:txBody>
            </p:sp>
          </p:grp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819935A-59AD-70D6-1CC8-DFEB10C243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54271" y="2621010"/>
                <a:ext cx="7296951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5B9691AF-6E3D-5B3E-F2DB-EB661CB133B2}"/>
                  </a:ext>
                </a:extLst>
              </p:cNvPr>
              <p:cNvGrpSpPr/>
              <p:nvPr/>
            </p:nvGrpSpPr>
            <p:grpSpPr>
              <a:xfrm>
                <a:off x="6712606" y="2384852"/>
                <a:ext cx="5880100" cy="190500"/>
                <a:chOff x="2222500" y="762000"/>
                <a:chExt cx="5880100" cy="190500"/>
              </a:xfrm>
            </p:grpSpPr>
            <p:sp>
              <p:nvSpPr>
                <p:cNvPr id="752" name="Rectangle 751">
                  <a:extLst>
                    <a:ext uri="{FF2B5EF4-FFF2-40B4-BE49-F238E27FC236}">
                      <a16:creationId xmlns:a16="http://schemas.microsoft.com/office/drawing/2014/main" id="{3B83B96E-205E-60D8-3A24-A4A288A43AEB}"/>
                    </a:ext>
                  </a:extLst>
                </p:cNvPr>
                <p:cNvSpPr/>
                <p:nvPr/>
              </p:nvSpPr>
              <p:spPr>
                <a:xfrm>
                  <a:off x="2222500" y="762000"/>
                  <a:ext cx="368300" cy="190500"/>
                </a:xfrm>
                <a:prstGeom prst="rect">
                  <a:avLst/>
                </a:prstGeom>
                <a:solidFill>
                  <a:srgbClr val="DE77A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53" name="Rectangle 752">
                  <a:extLst>
                    <a:ext uri="{FF2B5EF4-FFF2-40B4-BE49-F238E27FC236}">
                      <a16:creationId xmlns:a16="http://schemas.microsoft.com/office/drawing/2014/main" id="{2504AE1D-1900-383D-30E2-5EC1138E8600}"/>
                    </a:ext>
                  </a:extLst>
                </p:cNvPr>
                <p:cNvSpPr/>
                <p:nvPr/>
              </p:nvSpPr>
              <p:spPr>
                <a:xfrm>
                  <a:off x="2616200" y="762000"/>
                  <a:ext cx="368300" cy="190500"/>
                </a:xfrm>
                <a:prstGeom prst="rect">
                  <a:avLst/>
                </a:prstGeom>
                <a:solidFill>
                  <a:srgbClr val="DE77A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0C422F48-8D51-D158-E97D-B842638E2D6E}"/>
                    </a:ext>
                  </a:extLst>
                </p:cNvPr>
                <p:cNvSpPr/>
                <p:nvPr/>
              </p:nvSpPr>
              <p:spPr>
                <a:xfrm>
                  <a:off x="3009900" y="762000"/>
                  <a:ext cx="368300" cy="190500"/>
                </a:xfrm>
                <a:prstGeom prst="rect">
                  <a:avLst/>
                </a:prstGeom>
                <a:solidFill>
                  <a:srgbClr val="7FBC4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5" name="Rectangle 754">
                  <a:extLst>
                    <a:ext uri="{FF2B5EF4-FFF2-40B4-BE49-F238E27FC236}">
                      <a16:creationId xmlns:a16="http://schemas.microsoft.com/office/drawing/2014/main" id="{539526FA-3341-4744-3FFD-21636C945191}"/>
                    </a:ext>
                  </a:extLst>
                </p:cNvPr>
                <p:cNvSpPr/>
                <p:nvPr/>
              </p:nvSpPr>
              <p:spPr>
                <a:xfrm>
                  <a:off x="3403600" y="762000"/>
                  <a:ext cx="368300" cy="190500"/>
                </a:xfrm>
                <a:prstGeom prst="rect">
                  <a:avLst/>
                </a:prstGeom>
                <a:solidFill>
                  <a:srgbClr val="DE77A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6" name="Rectangle 755">
                  <a:extLst>
                    <a:ext uri="{FF2B5EF4-FFF2-40B4-BE49-F238E27FC236}">
                      <a16:creationId xmlns:a16="http://schemas.microsoft.com/office/drawing/2014/main" id="{F1DCA7AE-F7F3-BDF2-E0F3-A7B87B3A5E0A}"/>
                    </a:ext>
                  </a:extLst>
                </p:cNvPr>
                <p:cNvSpPr/>
                <p:nvPr/>
              </p:nvSpPr>
              <p:spPr>
                <a:xfrm>
                  <a:off x="3797300" y="762000"/>
                  <a:ext cx="368300" cy="190500"/>
                </a:xfrm>
                <a:prstGeom prst="rect">
                  <a:avLst/>
                </a:prstGeom>
                <a:solidFill>
                  <a:srgbClr val="FFD966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7" name="Rectangle 756">
                  <a:extLst>
                    <a:ext uri="{FF2B5EF4-FFF2-40B4-BE49-F238E27FC236}">
                      <a16:creationId xmlns:a16="http://schemas.microsoft.com/office/drawing/2014/main" id="{219AC427-50FA-6763-9E6B-3501364C997D}"/>
                    </a:ext>
                  </a:extLst>
                </p:cNvPr>
                <p:cNvSpPr/>
                <p:nvPr/>
              </p:nvSpPr>
              <p:spPr>
                <a:xfrm>
                  <a:off x="4191000" y="762000"/>
                  <a:ext cx="368300" cy="190500"/>
                </a:xfrm>
                <a:prstGeom prst="rect">
                  <a:avLst/>
                </a:prstGeom>
                <a:solidFill>
                  <a:srgbClr val="A297E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58" name="Rectangle 757">
                  <a:extLst>
                    <a:ext uri="{FF2B5EF4-FFF2-40B4-BE49-F238E27FC236}">
                      <a16:creationId xmlns:a16="http://schemas.microsoft.com/office/drawing/2014/main" id="{1A6F641F-3DC7-0DF4-904F-318628E32B8E}"/>
                    </a:ext>
                  </a:extLst>
                </p:cNvPr>
                <p:cNvSpPr/>
                <p:nvPr/>
              </p:nvSpPr>
              <p:spPr>
                <a:xfrm>
                  <a:off x="4584700" y="762000"/>
                  <a:ext cx="368300" cy="190500"/>
                </a:xfrm>
                <a:prstGeom prst="rect">
                  <a:avLst/>
                </a:prstGeom>
                <a:solidFill>
                  <a:srgbClr val="A297E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9" name="Rectangle 758">
                  <a:extLst>
                    <a:ext uri="{FF2B5EF4-FFF2-40B4-BE49-F238E27FC236}">
                      <a16:creationId xmlns:a16="http://schemas.microsoft.com/office/drawing/2014/main" id="{7B1087B2-7EE5-D760-D747-3D26D3EA0FDE}"/>
                    </a:ext>
                  </a:extLst>
                </p:cNvPr>
                <p:cNvSpPr/>
                <p:nvPr/>
              </p:nvSpPr>
              <p:spPr>
                <a:xfrm>
                  <a:off x="4978400" y="762000"/>
                  <a:ext cx="368300" cy="190500"/>
                </a:xfrm>
                <a:prstGeom prst="rect">
                  <a:avLst/>
                </a:prstGeom>
                <a:solidFill>
                  <a:srgbClr val="7FBC4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7CC66128-AD38-5184-3E9C-CB824F1C731B}"/>
                    </a:ext>
                  </a:extLst>
                </p:cNvPr>
                <p:cNvSpPr/>
                <p:nvPr/>
              </p:nvSpPr>
              <p:spPr>
                <a:xfrm>
                  <a:off x="5372100" y="762000"/>
                  <a:ext cx="368300" cy="190500"/>
                </a:xfrm>
                <a:prstGeom prst="rect">
                  <a:avLst/>
                </a:prstGeom>
                <a:solidFill>
                  <a:srgbClr val="FFD966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1" name="Rectangle 760">
                  <a:extLst>
                    <a:ext uri="{FF2B5EF4-FFF2-40B4-BE49-F238E27FC236}">
                      <a16:creationId xmlns:a16="http://schemas.microsoft.com/office/drawing/2014/main" id="{CADFC21C-10B8-F1FD-8428-C8CD5622A718}"/>
                    </a:ext>
                  </a:extLst>
                </p:cNvPr>
                <p:cNvSpPr/>
                <p:nvPr/>
              </p:nvSpPr>
              <p:spPr>
                <a:xfrm>
                  <a:off x="5765800" y="762000"/>
                  <a:ext cx="368300" cy="190500"/>
                </a:xfrm>
                <a:prstGeom prst="rect">
                  <a:avLst/>
                </a:prstGeom>
                <a:solidFill>
                  <a:srgbClr val="A297E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2" name="Rectangle 761">
                  <a:extLst>
                    <a:ext uri="{FF2B5EF4-FFF2-40B4-BE49-F238E27FC236}">
                      <a16:creationId xmlns:a16="http://schemas.microsoft.com/office/drawing/2014/main" id="{9FDAE140-72DE-2B2B-9EFF-E8EE693B8F85}"/>
                    </a:ext>
                  </a:extLst>
                </p:cNvPr>
                <p:cNvSpPr/>
                <p:nvPr/>
              </p:nvSpPr>
              <p:spPr>
                <a:xfrm>
                  <a:off x="6159500" y="762000"/>
                  <a:ext cx="368300" cy="190500"/>
                </a:xfrm>
                <a:prstGeom prst="rect">
                  <a:avLst/>
                </a:prstGeom>
                <a:solidFill>
                  <a:srgbClr val="FFD966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3" name="Rectangle 762">
                  <a:extLst>
                    <a:ext uri="{FF2B5EF4-FFF2-40B4-BE49-F238E27FC236}">
                      <a16:creationId xmlns:a16="http://schemas.microsoft.com/office/drawing/2014/main" id="{F9C3B280-73D6-5214-2126-34636C30A92D}"/>
                    </a:ext>
                  </a:extLst>
                </p:cNvPr>
                <p:cNvSpPr/>
                <p:nvPr/>
              </p:nvSpPr>
              <p:spPr>
                <a:xfrm>
                  <a:off x="6553200" y="762000"/>
                  <a:ext cx="368300" cy="190500"/>
                </a:xfrm>
                <a:prstGeom prst="rect">
                  <a:avLst/>
                </a:prstGeom>
                <a:solidFill>
                  <a:srgbClr val="DE77A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4" name="Rectangle 763">
                  <a:extLst>
                    <a:ext uri="{FF2B5EF4-FFF2-40B4-BE49-F238E27FC236}">
                      <a16:creationId xmlns:a16="http://schemas.microsoft.com/office/drawing/2014/main" id="{8A38DD9C-7FA0-2172-2D62-6585AFDDD82F}"/>
                    </a:ext>
                  </a:extLst>
                </p:cNvPr>
                <p:cNvSpPr/>
                <p:nvPr/>
              </p:nvSpPr>
              <p:spPr>
                <a:xfrm>
                  <a:off x="6946900" y="762000"/>
                  <a:ext cx="368300" cy="190500"/>
                </a:xfrm>
                <a:prstGeom prst="rect">
                  <a:avLst/>
                </a:prstGeom>
                <a:solidFill>
                  <a:srgbClr val="FFD966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B161CA73-A771-DD19-32E6-CFFABD0E8E7E}"/>
                    </a:ext>
                  </a:extLst>
                </p:cNvPr>
                <p:cNvSpPr/>
                <p:nvPr/>
              </p:nvSpPr>
              <p:spPr>
                <a:xfrm>
                  <a:off x="7340600" y="762000"/>
                  <a:ext cx="368300" cy="190500"/>
                </a:xfrm>
                <a:prstGeom prst="rect">
                  <a:avLst/>
                </a:prstGeom>
                <a:solidFill>
                  <a:srgbClr val="DE77A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6" name="Rectangle 765">
                  <a:extLst>
                    <a:ext uri="{FF2B5EF4-FFF2-40B4-BE49-F238E27FC236}">
                      <a16:creationId xmlns:a16="http://schemas.microsoft.com/office/drawing/2014/main" id="{6349FC68-08B2-E1A4-2DA5-97BFBE4BE1F5}"/>
                    </a:ext>
                  </a:extLst>
                </p:cNvPr>
                <p:cNvSpPr/>
                <p:nvPr/>
              </p:nvSpPr>
              <p:spPr>
                <a:xfrm>
                  <a:off x="7734300" y="762000"/>
                  <a:ext cx="368300" cy="190500"/>
                </a:xfrm>
                <a:prstGeom prst="rect">
                  <a:avLst/>
                </a:prstGeom>
                <a:solidFill>
                  <a:srgbClr val="FFD966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203DE1F-71B5-0FDA-6A99-8E4CEC713255}"/>
                  </a:ext>
                </a:extLst>
              </p:cNvPr>
              <p:cNvGrpSpPr/>
              <p:nvPr/>
            </p:nvGrpSpPr>
            <p:grpSpPr>
              <a:xfrm>
                <a:off x="6712606" y="2676952"/>
                <a:ext cx="5880100" cy="190500"/>
                <a:chOff x="2222500" y="762000"/>
                <a:chExt cx="5880100" cy="190500"/>
              </a:xfrm>
            </p:grpSpPr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CA925FBA-7C13-ED71-4854-549FE1259D11}"/>
                    </a:ext>
                  </a:extLst>
                </p:cNvPr>
                <p:cNvSpPr/>
                <p:nvPr/>
              </p:nvSpPr>
              <p:spPr>
                <a:xfrm>
                  <a:off x="2222500" y="762000"/>
                  <a:ext cx="368300" cy="190500"/>
                </a:xfrm>
                <a:prstGeom prst="rect">
                  <a:avLst/>
                </a:prstGeom>
                <a:solidFill>
                  <a:srgbClr val="DE77A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6D2B9A8D-AA4A-3CEA-0EDD-3036946D61E8}"/>
                    </a:ext>
                  </a:extLst>
                </p:cNvPr>
                <p:cNvSpPr/>
                <p:nvPr/>
              </p:nvSpPr>
              <p:spPr>
                <a:xfrm>
                  <a:off x="2616200" y="762000"/>
                  <a:ext cx="368300" cy="190500"/>
                </a:xfrm>
                <a:prstGeom prst="rect">
                  <a:avLst/>
                </a:prstGeom>
                <a:solidFill>
                  <a:srgbClr val="DE77A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4535108F-F31D-4496-A3B1-9337B3C001F5}"/>
                    </a:ext>
                  </a:extLst>
                </p:cNvPr>
                <p:cNvSpPr/>
                <p:nvPr/>
              </p:nvSpPr>
              <p:spPr>
                <a:xfrm>
                  <a:off x="3009900" y="762000"/>
                  <a:ext cx="368300" cy="190500"/>
                </a:xfrm>
                <a:prstGeom prst="rect">
                  <a:avLst/>
                </a:prstGeom>
                <a:solidFill>
                  <a:srgbClr val="7FBC41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1" name="Rectangle 770">
                  <a:extLst>
                    <a:ext uri="{FF2B5EF4-FFF2-40B4-BE49-F238E27FC236}">
                      <a16:creationId xmlns:a16="http://schemas.microsoft.com/office/drawing/2014/main" id="{275AC511-5688-5E1B-CB8F-62DB49637128}"/>
                    </a:ext>
                  </a:extLst>
                </p:cNvPr>
                <p:cNvSpPr/>
                <p:nvPr/>
              </p:nvSpPr>
              <p:spPr>
                <a:xfrm>
                  <a:off x="3403600" y="762000"/>
                  <a:ext cx="368300" cy="190500"/>
                </a:xfrm>
                <a:prstGeom prst="rect">
                  <a:avLst/>
                </a:prstGeom>
                <a:solidFill>
                  <a:srgbClr val="DE77A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C52C70F6-D3B6-9D46-9104-0E2E1D1C817F}"/>
                    </a:ext>
                  </a:extLst>
                </p:cNvPr>
                <p:cNvSpPr/>
                <p:nvPr/>
              </p:nvSpPr>
              <p:spPr>
                <a:xfrm>
                  <a:off x="3797300" y="762000"/>
                  <a:ext cx="368300" cy="190500"/>
                </a:xfrm>
                <a:prstGeom prst="rect">
                  <a:avLst/>
                </a:prstGeom>
                <a:solidFill>
                  <a:srgbClr val="FFD966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3" name="Rectangle 772">
                  <a:extLst>
                    <a:ext uri="{FF2B5EF4-FFF2-40B4-BE49-F238E27FC236}">
                      <a16:creationId xmlns:a16="http://schemas.microsoft.com/office/drawing/2014/main" id="{9713067D-B930-3897-B6D0-689AC9CE3357}"/>
                    </a:ext>
                  </a:extLst>
                </p:cNvPr>
                <p:cNvSpPr/>
                <p:nvPr/>
              </p:nvSpPr>
              <p:spPr>
                <a:xfrm>
                  <a:off x="4191000" y="762000"/>
                  <a:ext cx="368300" cy="190500"/>
                </a:xfrm>
                <a:prstGeom prst="rect">
                  <a:avLst/>
                </a:prstGeom>
                <a:solidFill>
                  <a:srgbClr val="A297E1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5C962A47-3F88-405F-BADD-073D661A2F0A}"/>
                    </a:ext>
                  </a:extLst>
                </p:cNvPr>
                <p:cNvSpPr/>
                <p:nvPr/>
              </p:nvSpPr>
              <p:spPr>
                <a:xfrm>
                  <a:off x="4584700" y="762000"/>
                  <a:ext cx="368300" cy="190500"/>
                </a:xfrm>
                <a:prstGeom prst="rect">
                  <a:avLst/>
                </a:prstGeom>
                <a:solidFill>
                  <a:srgbClr val="A297E1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5" name="Rectangle 774">
                  <a:extLst>
                    <a:ext uri="{FF2B5EF4-FFF2-40B4-BE49-F238E27FC236}">
                      <a16:creationId xmlns:a16="http://schemas.microsoft.com/office/drawing/2014/main" id="{4294E817-2B79-4745-509B-4B320E9ACD40}"/>
                    </a:ext>
                  </a:extLst>
                </p:cNvPr>
                <p:cNvSpPr/>
                <p:nvPr/>
              </p:nvSpPr>
              <p:spPr>
                <a:xfrm>
                  <a:off x="4978400" y="762000"/>
                  <a:ext cx="368300" cy="190500"/>
                </a:xfrm>
                <a:prstGeom prst="rect">
                  <a:avLst/>
                </a:prstGeom>
                <a:solidFill>
                  <a:srgbClr val="7FBC41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87A6D37F-FE63-08C5-B79F-359B7C460399}"/>
                    </a:ext>
                  </a:extLst>
                </p:cNvPr>
                <p:cNvSpPr/>
                <p:nvPr/>
              </p:nvSpPr>
              <p:spPr>
                <a:xfrm>
                  <a:off x="5372100" y="762000"/>
                  <a:ext cx="368300" cy="190500"/>
                </a:xfrm>
                <a:prstGeom prst="rect">
                  <a:avLst/>
                </a:prstGeom>
                <a:solidFill>
                  <a:srgbClr val="FFD966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F4535D58-DF08-5629-383B-42C65FF4DFB2}"/>
                    </a:ext>
                  </a:extLst>
                </p:cNvPr>
                <p:cNvSpPr/>
                <p:nvPr/>
              </p:nvSpPr>
              <p:spPr>
                <a:xfrm>
                  <a:off x="5765800" y="762000"/>
                  <a:ext cx="368300" cy="190500"/>
                </a:xfrm>
                <a:prstGeom prst="rect">
                  <a:avLst/>
                </a:prstGeom>
                <a:solidFill>
                  <a:srgbClr val="A297E1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E22DA7FE-4B07-205C-674C-778D66E56F23}"/>
                    </a:ext>
                  </a:extLst>
                </p:cNvPr>
                <p:cNvSpPr/>
                <p:nvPr/>
              </p:nvSpPr>
              <p:spPr>
                <a:xfrm>
                  <a:off x="6159500" y="762000"/>
                  <a:ext cx="368300" cy="190500"/>
                </a:xfrm>
                <a:prstGeom prst="rect">
                  <a:avLst/>
                </a:prstGeom>
                <a:solidFill>
                  <a:srgbClr val="FFD966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D26F1BFD-7B68-38A7-97EF-5C8BB0ABE2CB}"/>
                    </a:ext>
                  </a:extLst>
                </p:cNvPr>
                <p:cNvSpPr/>
                <p:nvPr/>
              </p:nvSpPr>
              <p:spPr>
                <a:xfrm>
                  <a:off x="6553200" y="762000"/>
                  <a:ext cx="368300" cy="190500"/>
                </a:xfrm>
                <a:prstGeom prst="rect">
                  <a:avLst/>
                </a:prstGeom>
                <a:solidFill>
                  <a:srgbClr val="DE77A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D3CD1502-2692-AFF8-1F7A-189C0F02D877}"/>
                    </a:ext>
                  </a:extLst>
                </p:cNvPr>
                <p:cNvSpPr/>
                <p:nvPr/>
              </p:nvSpPr>
              <p:spPr>
                <a:xfrm>
                  <a:off x="6946900" y="762000"/>
                  <a:ext cx="368300" cy="190500"/>
                </a:xfrm>
                <a:prstGeom prst="rect">
                  <a:avLst/>
                </a:prstGeom>
                <a:solidFill>
                  <a:srgbClr val="FFD966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1" name="Rectangle 780">
                  <a:extLst>
                    <a:ext uri="{FF2B5EF4-FFF2-40B4-BE49-F238E27FC236}">
                      <a16:creationId xmlns:a16="http://schemas.microsoft.com/office/drawing/2014/main" id="{D15D016A-6366-7D9C-3D2A-9A680B2DD271}"/>
                    </a:ext>
                  </a:extLst>
                </p:cNvPr>
                <p:cNvSpPr/>
                <p:nvPr/>
              </p:nvSpPr>
              <p:spPr>
                <a:xfrm>
                  <a:off x="7340600" y="762000"/>
                  <a:ext cx="368300" cy="190500"/>
                </a:xfrm>
                <a:prstGeom prst="rect">
                  <a:avLst/>
                </a:prstGeom>
                <a:solidFill>
                  <a:srgbClr val="DE77A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2" name="Rectangle 781">
                  <a:extLst>
                    <a:ext uri="{FF2B5EF4-FFF2-40B4-BE49-F238E27FC236}">
                      <a16:creationId xmlns:a16="http://schemas.microsoft.com/office/drawing/2014/main" id="{72B5A97B-ED30-0B41-386E-5D21B23623D8}"/>
                    </a:ext>
                  </a:extLst>
                </p:cNvPr>
                <p:cNvSpPr/>
                <p:nvPr/>
              </p:nvSpPr>
              <p:spPr>
                <a:xfrm>
                  <a:off x="7734300" y="762000"/>
                  <a:ext cx="368300" cy="190500"/>
                </a:xfrm>
                <a:prstGeom prst="rect">
                  <a:avLst/>
                </a:prstGeom>
                <a:solidFill>
                  <a:srgbClr val="FFD966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17" name="Rectangle 816">
                <a:extLst>
                  <a:ext uri="{FF2B5EF4-FFF2-40B4-BE49-F238E27FC236}">
                    <a16:creationId xmlns:a16="http://schemas.microsoft.com/office/drawing/2014/main" id="{2B0EE6E5-DE54-231F-DB83-3D21D6834531}"/>
                  </a:ext>
                </a:extLst>
              </p:cNvPr>
              <p:cNvSpPr/>
              <p:nvPr/>
            </p:nvSpPr>
            <p:spPr>
              <a:xfrm>
                <a:off x="8680702" y="2961227"/>
                <a:ext cx="368300" cy="190500"/>
              </a:xfrm>
              <a:prstGeom prst="rect">
                <a:avLst/>
              </a:prstGeom>
              <a:solidFill>
                <a:srgbClr val="7FBC4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8BC47CD2-CAF5-BBA4-8AB5-0C56F5CC767B}"/>
                  </a:ext>
                </a:extLst>
              </p:cNvPr>
              <p:cNvSpPr/>
              <p:nvPr/>
            </p:nvSpPr>
            <p:spPr>
              <a:xfrm>
                <a:off x="10644875" y="2963674"/>
                <a:ext cx="368300" cy="190500"/>
              </a:xfrm>
              <a:prstGeom prst="rect">
                <a:avLst/>
              </a:prstGeom>
              <a:solidFill>
                <a:srgbClr val="7FBC4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9" name="Rectangle 818">
                <a:extLst>
                  <a:ext uri="{FF2B5EF4-FFF2-40B4-BE49-F238E27FC236}">
                    <a16:creationId xmlns:a16="http://schemas.microsoft.com/office/drawing/2014/main" id="{E80A2770-FF39-1CED-9106-8F71A40600F9}"/>
                  </a:ext>
                </a:extLst>
              </p:cNvPr>
              <p:cNvSpPr/>
              <p:nvPr/>
            </p:nvSpPr>
            <p:spPr>
              <a:xfrm>
                <a:off x="11041920" y="2963674"/>
                <a:ext cx="368300" cy="190500"/>
              </a:xfrm>
              <a:prstGeom prst="rect">
                <a:avLst/>
              </a:prstGeom>
              <a:solidFill>
                <a:srgbClr val="7FBC4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0" name="Rectangle 819">
                <a:extLst>
                  <a:ext uri="{FF2B5EF4-FFF2-40B4-BE49-F238E27FC236}">
                    <a16:creationId xmlns:a16="http://schemas.microsoft.com/office/drawing/2014/main" id="{E1A92CB8-EDFE-7E6B-44C0-DBEB02DA6337}"/>
                  </a:ext>
                </a:extLst>
              </p:cNvPr>
              <p:cNvSpPr/>
              <p:nvPr/>
            </p:nvSpPr>
            <p:spPr>
              <a:xfrm>
                <a:off x="7891272" y="2961823"/>
                <a:ext cx="368300" cy="190500"/>
              </a:xfrm>
              <a:prstGeom prst="rect">
                <a:avLst/>
              </a:prstGeom>
              <a:solidFill>
                <a:srgbClr val="A297E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1" name="Rectangle 820">
                <a:extLst>
                  <a:ext uri="{FF2B5EF4-FFF2-40B4-BE49-F238E27FC236}">
                    <a16:creationId xmlns:a16="http://schemas.microsoft.com/office/drawing/2014/main" id="{3A7E2039-656B-8830-3D65-0E4D6E3A7C2B}"/>
                  </a:ext>
                </a:extLst>
              </p:cNvPr>
              <p:cNvSpPr/>
              <p:nvPr/>
            </p:nvSpPr>
            <p:spPr>
              <a:xfrm>
                <a:off x="11828304" y="2961823"/>
                <a:ext cx="368300" cy="190500"/>
              </a:xfrm>
              <a:prstGeom prst="rect">
                <a:avLst/>
              </a:prstGeom>
              <a:solidFill>
                <a:srgbClr val="A297E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B8822AF-77F8-5437-B2E8-9E3FC4C92523}"/>
                  </a:ext>
                </a:extLst>
              </p:cNvPr>
              <p:cNvGrpSpPr/>
              <p:nvPr/>
            </p:nvGrpSpPr>
            <p:grpSpPr>
              <a:xfrm>
                <a:off x="12675902" y="1944585"/>
                <a:ext cx="368300" cy="190500"/>
                <a:chOff x="12326710" y="1495228"/>
                <a:chExt cx="368300" cy="190500"/>
              </a:xfrm>
            </p:grpSpPr>
            <p:sp>
              <p:nvSpPr>
                <p:cNvPr id="825" name="Rectangle 824">
                  <a:extLst>
                    <a:ext uri="{FF2B5EF4-FFF2-40B4-BE49-F238E27FC236}">
                      <a16:creationId xmlns:a16="http://schemas.microsoft.com/office/drawing/2014/main" id="{66590D1F-F4F4-323F-FF7D-2E298A78C360}"/>
                    </a:ext>
                  </a:extLst>
                </p:cNvPr>
                <p:cNvSpPr/>
                <p:nvPr/>
              </p:nvSpPr>
              <p:spPr>
                <a:xfrm>
                  <a:off x="12326710" y="1495228"/>
                  <a:ext cx="368300" cy="190500"/>
                </a:xfrm>
                <a:prstGeom prst="rect">
                  <a:avLst/>
                </a:prstGeom>
                <a:solidFill>
                  <a:srgbClr val="7FBC4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ED615790-BBC8-1E37-EE5A-058152814EB1}"/>
                    </a:ext>
                  </a:extLst>
                </p:cNvPr>
                <p:cNvSpPr/>
                <p:nvPr/>
              </p:nvSpPr>
              <p:spPr>
                <a:xfrm>
                  <a:off x="12488000" y="1563829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A544198-D02E-C9C6-902F-9D2A0E2B9448}"/>
                  </a:ext>
                </a:extLst>
              </p:cNvPr>
              <p:cNvGrpSpPr/>
              <p:nvPr/>
            </p:nvGrpSpPr>
            <p:grpSpPr>
              <a:xfrm>
                <a:off x="12675902" y="2166243"/>
                <a:ext cx="368300" cy="190500"/>
                <a:chOff x="12326710" y="1716886"/>
                <a:chExt cx="368300" cy="190500"/>
              </a:xfrm>
            </p:grpSpPr>
            <p:sp>
              <p:nvSpPr>
                <p:cNvPr id="826" name="Rectangle 825">
                  <a:extLst>
                    <a:ext uri="{FF2B5EF4-FFF2-40B4-BE49-F238E27FC236}">
                      <a16:creationId xmlns:a16="http://schemas.microsoft.com/office/drawing/2014/main" id="{F47AE7AA-3D56-848A-227C-C451B0BB27FC}"/>
                    </a:ext>
                  </a:extLst>
                </p:cNvPr>
                <p:cNvSpPr/>
                <p:nvPr/>
              </p:nvSpPr>
              <p:spPr>
                <a:xfrm>
                  <a:off x="12326710" y="1716886"/>
                  <a:ext cx="368300" cy="190500"/>
                </a:xfrm>
                <a:prstGeom prst="rect">
                  <a:avLst/>
                </a:prstGeom>
                <a:solidFill>
                  <a:srgbClr val="7FBC4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7" name="Oval 826">
                  <a:extLst>
                    <a:ext uri="{FF2B5EF4-FFF2-40B4-BE49-F238E27FC236}">
                      <a16:creationId xmlns:a16="http://schemas.microsoft.com/office/drawing/2014/main" id="{BBA956ED-1589-1819-7A6C-CB4E0D12F623}"/>
                    </a:ext>
                  </a:extLst>
                </p:cNvPr>
                <p:cNvSpPr/>
                <p:nvPr/>
              </p:nvSpPr>
              <p:spPr>
                <a:xfrm>
                  <a:off x="12492534" y="1791802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52A97FE-1D35-0E52-5B3C-D416BA33E831}"/>
                  </a:ext>
                </a:extLst>
              </p:cNvPr>
              <p:cNvGrpSpPr/>
              <p:nvPr/>
            </p:nvGrpSpPr>
            <p:grpSpPr>
              <a:xfrm>
                <a:off x="13075920" y="1946679"/>
                <a:ext cx="368300" cy="190500"/>
                <a:chOff x="12729591" y="1492434"/>
                <a:chExt cx="368300" cy="190500"/>
              </a:xfrm>
            </p:grpSpPr>
            <p:sp>
              <p:nvSpPr>
                <p:cNvPr id="822" name="Rectangle 821">
                  <a:extLst>
                    <a:ext uri="{FF2B5EF4-FFF2-40B4-BE49-F238E27FC236}">
                      <a16:creationId xmlns:a16="http://schemas.microsoft.com/office/drawing/2014/main" id="{F6825FBF-82FA-4A46-8026-A6870CDFE50B}"/>
                    </a:ext>
                  </a:extLst>
                </p:cNvPr>
                <p:cNvSpPr/>
                <p:nvPr/>
              </p:nvSpPr>
              <p:spPr>
                <a:xfrm>
                  <a:off x="12729591" y="1492434"/>
                  <a:ext cx="368300" cy="190500"/>
                </a:xfrm>
                <a:prstGeom prst="rect">
                  <a:avLst/>
                </a:prstGeom>
                <a:solidFill>
                  <a:srgbClr val="A297E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8" name="Oval 827">
                  <a:extLst>
                    <a:ext uri="{FF2B5EF4-FFF2-40B4-BE49-F238E27FC236}">
                      <a16:creationId xmlns:a16="http://schemas.microsoft.com/office/drawing/2014/main" id="{E9EDDFD9-4C13-154A-5F48-56EC1D568316}"/>
                    </a:ext>
                  </a:extLst>
                </p:cNvPr>
                <p:cNvSpPr/>
                <p:nvPr/>
              </p:nvSpPr>
              <p:spPr>
                <a:xfrm>
                  <a:off x="12889409" y="1563829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AF66F16-DC13-4A99-E2B4-421C907FAB2A}"/>
                  </a:ext>
                </a:extLst>
              </p:cNvPr>
              <p:cNvGrpSpPr/>
              <p:nvPr/>
            </p:nvGrpSpPr>
            <p:grpSpPr>
              <a:xfrm>
                <a:off x="13075920" y="2166135"/>
                <a:ext cx="368300" cy="190500"/>
                <a:chOff x="12725441" y="1721034"/>
                <a:chExt cx="368300" cy="190500"/>
              </a:xfrm>
            </p:grpSpPr>
            <p:sp>
              <p:nvSpPr>
                <p:cNvPr id="823" name="Rectangle 822">
                  <a:extLst>
                    <a:ext uri="{FF2B5EF4-FFF2-40B4-BE49-F238E27FC236}">
                      <a16:creationId xmlns:a16="http://schemas.microsoft.com/office/drawing/2014/main" id="{FE425B18-50AB-FB18-4B56-CBFB4EA9A8CF}"/>
                    </a:ext>
                  </a:extLst>
                </p:cNvPr>
                <p:cNvSpPr/>
                <p:nvPr/>
              </p:nvSpPr>
              <p:spPr>
                <a:xfrm>
                  <a:off x="12725441" y="1721034"/>
                  <a:ext cx="368300" cy="190500"/>
                </a:xfrm>
                <a:prstGeom prst="rect">
                  <a:avLst/>
                </a:prstGeom>
                <a:solidFill>
                  <a:srgbClr val="A297E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9" name="Oval 828">
                  <a:extLst>
                    <a:ext uri="{FF2B5EF4-FFF2-40B4-BE49-F238E27FC236}">
                      <a16:creationId xmlns:a16="http://schemas.microsoft.com/office/drawing/2014/main" id="{EAC6C763-52F9-3E5F-725D-1A6B5E79E09C}"/>
                    </a:ext>
                  </a:extLst>
                </p:cNvPr>
                <p:cNvSpPr/>
                <p:nvPr/>
              </p:nvSpPr>
              <p:spPr>
                <a:xfrm>
                  <a:off x="12886275" y="1791802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94CBFA1-CF5F-5B2C-2B61-2CD16758C86E}"/>
                  </a:ext>
                </a:extLst>
              </p:cNvPr>
              <p:cNvGrpSpPr/>
              <p:nvPr/>
            </p:nvGrpSpPr>
            <p:grpSpPr>
              <a:xfrm>
                <a:off x="12673584" y="1726748"/>
                <a:ext cx="368300" cy="190500"/>
                <a:chOff x="12729591" y="1271041"/>
                <a:chExt cx="368300" cy="190500"/>
              </a:xfrm>
            </p:grpSpPr>
            <p:sp>
              <p:nvSpPr>
                <p:cNvPr id="824" name="Rectangle 823">
                  <a:extLst>
                    <a:ext uri="{FF2B5EF4-FFF2-40B4-BE49-F238E27FC236}">
                      <a16:creationId xmlns:a16="http://schemas.microsoft.com/office/drawing/2014/main" id="{1D41A64F-6ABB-A6DD-ADE3-CD1A345B4A36}"/>
                    </a:ext>
                  </a:extLst>
                </p:cNvPr>
                <p:cNvSpPr/>
                <p:nvPr/>
              </p:nvSpPr>
              <p:spPr>
                <a:xfrm>
                  <a:off x="12729591" y="1271041"/>
                  <a:ext cx="368300" cy="190500"/>
                </a:xfrm>
                <a:prstGeom prst="rect">
                  <a:avLst/>
                </a:prstGeom>
                <a:solidFill>
                  <a:srgbClr val="7FBC41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0" name="Oval 829">
                  <a:extLst>
                    <a:ext uri="{FF2B5EF4-FFF2-40B4-BE49-F238E27FC236}">
                      <a16:creationId xmlns:a16="http://schemas.microsoft.com/office/drawing/2014/main" id="{DF33D4B7-F9AE-A1B0-1524-247E6049EA8B}"/>
                    </a:ext>
                  </a:extLst>
                </p:cNvPr>
                <p:cNvSpPr/>
                <p:nvPr/>
              </p:nvSpPr>
              <p:spPr>
                <a:xfrm>
                  <a:off x="12886274" y="134606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31" name="TextBox 830">
                <a:extLst>
                  <a:ext uri="{FF2B5EF4-FFF2-40B4-BE49-F238E27FC236}">
                    <a16:creationId xmlns:a16="http://schemas.microsoft.com/office/drawing/2014/main" id="{A0A1A194-B9B3-F3F2-0628-E6C1C8AA054F}"/>
                  </a:ext>
                </a:extLst>
              </p:cNvPr>
              <p:cNvSpPr txBox="1"/>
              <p:nvPr/>
            </p:nvSpPr>
            <p:spPr>
              <a:xfrm>
                <a:off x="6140545" y="1982018"/>
                <a:ext cx="617217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100" i="1" dirty="0">
                    <a:latin typeface="Aptos" panose="020F0502020204030204" pitchFamily="34" charset="0"/>
                  </a:rPr>
                  <a:t>(Random Assignment </a:t>
                </a:r>
                <a:r>
                  <a:rPr lang="en-US" sz="2100" b="1" i="1" dirty="0">
                    <a:latin typeface="Aptos" panose="020F0502020204030204" pitchFamily="34" charset="0"/>
                  </a:rPr>
                  <a:t>Without</a:t>
                </a:r>
                <a:r>
                  <a:rPr lang="en-US" sz="2100" i="1" dirty="0">
                    <a:latin typeface="Aptos" panose="020F0502020204030204" pitchFamily="34" charset="0"/>
                  </a:rPr>
                  <a:t> Redundancy) 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A25372B-D33C-0020-20D6-415833C62D08}"/>
                </a:ext>
              </a:extLst>
            </p:cNvPr>
            <p:cNvGrpSpPr/>
            <p:nvPr/>
          </p:nvGrpSpPr>
          <p:grpSpPr>
            <a:xfrm>
              <a:off x="6431809" y="3722646"/>
              <a:ext cx="7428153" cy="1659390"/>
              <a:chOff x="6431809" y="3576218"/>
              <a:chExt cx="7428153" cy="1659390"/>
            </a:xfrm>
          </p:grpSpPr>
          <p:sp>
            <p:nvSpPr>
              <p:cNvPr id="490" name="TextBox 489">
                <a:extLst>
                  <a:ext uri="{FF2B5EF4-FFF2-40B4-BE49-F238E27FC236}">
                    <a16:creationId xmlns:a16="http://schemas.microsoft.com/office/drawing/2014/main" id="{070CF807-EFA7-55D2-DCD5-A0A66AAE7A3E}"/>
                  </a:ext>
                </a:extLst>
              </p:cNvPr>
              <p:cNvSpPr txBox="1"/>
              <p:nvPr/>
            </p:nvSpPr>
            <p:spPr>
              <a:xfrm>
                <a:off x="6431809" y="3744377"/>
                <a:ext cx="25051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Aptos" panose="020F0502020204030204" pitchFamily="34" charset="0"/>
                  </a:rPr>
                  <a:t>Stable group II: 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BA08B38-8A29-011E-7011-23D3CF948CA5}"/>
                  </a:ext>
                </a:extLst>
              </p:cNvPr>
              <p:cNvGrpSpPr/>
              <p:nvPr/>
            </p:nvGrpSpPr>
            <p:grpSpPr>
              <a:xfrm>
                <a:off x="8717259" y="3809634"/>
                <a:ext cx="1415197" cy="339582"/>
                <a:chOff x="13495772" y="3759047"/>
                <a:chExt cx="1415197" cy="339582"/>
              </a:xfrm>
            </p:grpSpPr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A27A283A-CC05-ED23-6AFA-EFA2F90B23D2}"/>
                    </a:ext>
                  </a:extLst>
                </p:cNvPr>
                <p:cNvSpPr/>
                <p:nvPr/>
              </p:nvSpPr>
              <p:spPr>
                <a:xfrm>
                  <a:off x="13495772" y="3764974"/>
                  <a:ext cx="331644" cy="331644"/>
                </a:xfrm>
                <a:prstGeom prst="ellipse">
                  <a:avLst/>
                </a:prstGeom>
                <a:solidFill>
                  <a:srgbClr val="F4A5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1</a:t>
                  </a:r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5D0EAD9D-68E3-9308-985A-F37D825B2668}"/>
                    </a:ext>
                  </a:extLst>
                </p:cNvPr>
                <p:cNvSpPr/>
                <p:nvPr/>
              </p:nvSpPr>
              <p:spPr>
                <a:xfrm>
                  <a:off x="13857243" y="3766985"/>
                  <a:ext cx="331644" cy="331644"/>
                </a:xfrm>
                <a:prstGeom prst="ellipse">
                  <a:avLst/>
                </a:prstGeom>
                <a:solidFill>
                  <a:srgbClr val="2166A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/>
                      </a:solidFill>
                      <a:latin typeface="Aptos" panose="020B0004020202020204" pitchFamily="34" charset="0"/>
                    </a:rPr>
                    <a:t>2</a:t>
                  </a:r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5C404EBB-251A-E48E-3774-E556C8B41F70}"/>
                    </a:ext>
                  </a:extLst>
                </p:cNvPr>
                <p:cNvSpPr/>
                <p:nvPr/>
              </p:nvSpPr>
              <p:spPr>
                <a:xfrm>
                  <a:off x="14218151" y="3759047"/>
                  <a:ext cx="331644" cy="331644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/>
                      </a:solidFill>
                      <a:latin typeface="Aptos" panose="020B0004020202020204" pitchFamily="34" charset="0"/>
                    </a:rPr>
                    <a:t>3</a:t>
                  </a:r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01515533-477B-3F86-21E1-C7C133CAA835}"/>
                    </a:ext>
                  </a:extLst>
                </p:cNvPr>
                <p:cNvSpPr/>
                <p:nvPr/>
              </p:nvSpPr>
              <p:spPr>
                <a:xfrm>
                  <a:off x="14579325" y="3759047"/>
                  <a:ext cx="331644" cy="331644"/>
                </a:xfrm>
                <a:prstGeom prst="ellipse">
                  <a:avLst/>
                </a:prstGeom>
                <a:solidFill>
                  <a:srgbClr val="6CCACE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4</a:t>
                  </a:r>
                </a:p>
              </p:txBody>
            </p:sp>
          </p:grpSp>
          <p:cxnSp>
            <p:nvCxnSpPr>
              <p:cNvPr id="842" name="Straight Connector 841">
                <a:extLst>
                  <a:ext uri="{FF2B5EF4-FFF2-40B4-BE49-F238E27FC236}">
                    <a16:creationId xmlns:a16="http://schemas.microsoft.com/office/drawing/2014/main" id="{63CBE2AC-50E2-5794-3B6A-D174C7296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50560" y="4480436"/>
                <a:ext cx="7309402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3" name="Group 842">
                <a:extLst>
                  <a:ext uri="{FF2B5EF4-FFF2-40B4-BE49-F238E27FC236}">
                    <a16:creationId xmlns:a16="http://schemas.microsoft.com/office/drawing/2014/main" id="{AB6E4F55-5A61-1B33-A660-EC786CACEF0A}"/>
                  </a:ext>
                </a:extLst>
              </p:cNvPr>
              <p:cNvGrpSpPr/>
              <p:nvPr/>
            </p:nvGrpSpPr>
            <p:grpSpPr>
              <a:xfrm>
                <a:off x="6722504" y="4235421"/>
                <a:ext cx="5880100" cy="190500"/>
                <a:chOff x="2222500" y="762000"/>
                <a:chExt cx="5880100" cy="190500"/>
              </a:xfrm>
            </p:grpSpPr>
            <p:sp>
              <p:nvSpPr>
                <p:cNvPr id="844" name="Rectangle 843">
                  <a:extLst>
                    <a:ext uri="{FF2B5EF4-FFF2-40B4-BE49-F238E27FC236}">
                      <a16:creationId xmlns:a16="http://schemas.microsoft.com/office/drawing/2014/main" id="{E958FDCE-AB03-DDAF-9B65-116FCF1BB94B}"/>
                    </a:ext>
                  </a:extLst>
                </p:cNvPr>
                <p:cNvSpPr/>
                <p:nvPr/>
              </p:nvSpPr>
              <p:spPr>
                <a:xfrm>
                  <a:off x="2222500" y="762000"/>
                  <a:ext cx="368300" cy="190500"/>
                </a:xfrm>
                <a:prstGeom prst="rect">
                  <a:avLst/>
                </a:prstGeom>
                <a:solidFill>
                  <a:srgbClr val="F4A582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5" name="Rectangle 844">
                  <a:extLst>
                    <a:ext uri="{FF2B5EF4-FFF2-40B4-BE49-F238E27FC236}">
                      <a16:creationId xmlns:a16="http://schemas.microsoft.com/office/drawing/2014/main" id="{7E1AB75B-357F-1660-8421-38FFD266FC8C}"/>
                    </a:ext>
                  </a:extLst>
                </p:cNvPr>
                <p:cNvSpPr/>
                <p:nvPr/>
              </p:nvSpPr>
              <p:spPr>
                <a:xfrm>
                  <a:off x="26162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  <a:alpha val="67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6" name="Rectangle 845">
                  <a:extLst>
                    <a:ext uri="{FF2B5EF4-FFF2-40B4-BE49-F238E27FC236}">
                      <a16:creationId xmlns:a16="http://schemas.microsoft.com/office/drawing/2014/main" id="{FDBD519E-90FA-1201-3123-1714DB8B64FC}"/>
                    </a:ext>
                  </a:extLst>
                </p:cNvPr>
                <p:cNvSpPr/>
                <p:nvPr/>
              </p:nvSpPr>
              <p:spPr>
                <a:xfrm>
                  <a:off x="3009900" y="762000"/>
                  <a:ext cx="368300" cy="190500"/>
                </a:xfrm>
                <a:prstGeom prst="rect">
                  <a:avLst/>
                </a:prstGeom>
                <a:solidFill>
                  <a:srgbClr val="1F66AC">
                    <a:alpha val="7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7" name="Rectangle 846">
                  <a:extLst>
                    <a:ext uri="{FF2B5EF4-FFF2-40B4-BE49-F238E27FC236}">
                      <a16:creationId xmlns:a16="http://schemas.microsoft.com/office/drawing/2014/main" id="{02F7CF74-D5D0-44A2-B396-62AD8239E00D}"/>
                    </a:ext>
                  </a:extLst>
                </p:cNvPr>
                <p:cNvSpPr/>
                <p:nvPr/>
              </p:nvSpPr>
              <p:spPr>
                <a:xfrm>
                  <a:off x="3403600" y="762000"/>
                  <a:ext cx="368300" cy="190500"/>
                </a:xfrm>
                <a:prstGeom prst="rect">
                  <a:avLst/>
                </a:prstGeom>
                <a:solidFill>
                  <a:srgbClr val="6CCAC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8" name="Rectangle 847">
                  <a:extLst>
                    <a:ext uri="{FF2B5EF4-FFF2-40B4-BE49-F238E27FC236}">
                      <a16:creationId xmlns:a16="http://schemas.microsoft.com/office/drawing/2014/main" id="{EBB1C797-5A5C-43EB-D6E6-B05787BE3CB5}"/>
                    </a:ext>
                  </a:extLst>
                </p:cNvPr>
                <p:cNvSpPr/>
                <p:nvPr/>
              </p:nvSpPr>
              <p:spPr>
                <a:xfrm>
                  <a:off x="37973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  <a:alpha val="67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9" name="Rectangle 848">
                  <a:extLst>
                    <a:ext uri="{FF2B5EF4-FFF2-40B4-BE49-F238E27FC236}">
                      <a16:creationId xmlns:a16="http://schemas.microsoft.com/office/drawing/2014/main" id="{780B0D36-4F42-0226-5167-0C187D7AC695}"/>
                    </a:ext>
                  </a:extLst>
                </p:cNvPr>
                <p:cNvSpPr/>
                <p:nvPr/>
              </p:nvSpPr>
              <p:spPr>
                <a:xfrm>
                  <a:off x="4191000" y="762000"/>
                  <a:ext cx="368300" cy="190500"/>
                </a:xfrm>
                <a:prstGeom prst="rect">
                  <a:avLst/>
                </a:prstGeom>
                <a:solidFill>
                  <a:srgbClr val="6CCAC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0" name="Rectangle 849">
                  <a:extLst>
                    <a:ext uri="{FF2B5EF4-FFF2-40B4-BE49-F238E27FC236}">
                      <a16:creationId xmlns:a16="http://schemas.microsoft.com/office/drawing/2014/main" id="{8140125D-A909-B57F-0D55-1FE292DD0EAF}"/>
                    </a:ext>
                  </a:extLst>
                </p:cNvPr>
                <p:cNvSpPr/>
                <p:nvPr/>
              </p:nvSpPr>
              <p:spPr>
                <a:xfrm>
                  <a:off x="4584700" y="762000"/>
                  <a:ext cx="368300" cy="190500"/>
                </a:xfrm>
                <a:prstGeom prst="rect">
                  <a:avLst/>
                </a:prstGeom>
                <a:solidFill>
                  <a:srgbClr val="6CCAC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1" name="Rectangle 850">
                  <a:extLst>
                    <a:ext uri="{FF2B5EF4-FFF2-40B4-BE49-F238E27FC236}">
                      <a16:creationId xmlns:a16="http://schemas.microsoft.com/office/drawing/2014/main" id="{28019303-AE94-DAF5-3FEA-FCAD13B9442D}"/>
                    </a:ext>
                  </a:extLst>
                </p:cNvPr>
                <p:cNvSpPr/>
                <p:nvPr/>
              </p:nvSpPr>
              <p:spPr>
                <a:xfrm>
                  <a:off x="49784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  <a:alpha val="67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2" name="Rectangle 851">
                  <a:extLst>
                    <a:ext uri="{FF2B5EF4-FFF2-40B4-BE49-F238E27FC236}">
                      <a16:creationId xmlns:a16="http://schemas.microsoft.com/office/drawing/2014/main" id="{A2A190C9-3C14-71F4-5E8F-0570969CB85A}"/>
                    </a:ext>
                  </a:extLst>
                </p:cNvPr>
                <p:cNvSpPr/>
                <p:nvPr/>
              </p:nvSpPr>
              <p:spPr>
                <a:xfrm>
                  <a:off x="5372100" y="762000"/>
                  <a:ext cx="368300" cy="190500"/>
                </a:xfrm>
                <a:prstGeom prst="rect">
                  <a:avLst/>
                </a:prstGeom>
                <a:solidFill>
                  <a:srgbClr val="1F66AC">
                    <a:alpha val="7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3" name="Rectangle 852">
                  <a:extLst>
                    <a:ext uri="{FF2B5EF4-FFF2-40B4-BE49-F238E27FC236}">
                      <a16:creationId xmlns:a16="http://schemas.microsoft.com/office/drawing/2014/main" id="{4A9546EF-D54B-7C70-5213-BF995004E41A}"/>
                    </a:ext>
                  </a:extLst>
                </p:cNvPr>
                <p:cNvSpPr/>
                <p:nvPr/>
              </p:nvSpPr>
              <p:spPr>
                <a:xfrm>
                  <a:off x="5765800" y="762000"/>
                  <a:ext cx="368300" cy="190500"/>
                </a:xfrm>
                <a:prstGeom prst="rect">
                  <a:avLst/>
                </a:prstGeom>
                <a:solidFill>
                  <a:srgbClr val="6CCAC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4" name="Rectangle 853">
                  <a:extLst>
                    <a:ext uri="{FF2B5EF4-FFF2-40B4-BE49-F238E27FC236}">
                      <a16:creationId xmlns:a16="http://schemas.microsoft.com/office/drawing/2014/main" id="{3BD48A23-2E21-0136-042A-FE30E5275688}"/>
                    </a:ext>
                  </a:extLst>
                </p:cNvPr>
                <p:cNvSpPr/>
                <p:nvPr/>
              </p:nvSpPr>
              <p:spPr>
                <a:xfrm>
                  <a:off x="6159500" y="762000"/>
                  <a:ext cx="368300" cy="190500"/>
                </a:xfrm>
                <a:prstGeom prst="rect">
                  <a:avLst/>
                </a:prstGeom>
                <a:solidFill>
                  <a:srgbClr val="F4A582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5" name="Rectangle 854">
                  <a:extLst>
                    <a:ext uri="{FF2B5EF4-FFF2-40B4-BE49-F238E27FC236}">
                      <a16:creationId xmlns:a16="http://schemas.microsoft.com/office/drawing/2014/main" id="{391370FD-463B-9F65-CDEF-CC0BA17FB842}"/>
                    </a:ext>
                  </a:extLst>
                </p:cNvPr>
                <p:cNvSpPr/>
                <p:nvPr/>
              </p:nvSpPr>
              <p:spPr>
                <a:xfrm>
                  <a:off x="6553200" y="762000"/>
                  <a:ext cx="368300" cy="190500"/>
                </a:xfrm>
                <a:prstGeom prst="rect">
                  <a:avLst/>
                </a:prstGeom>
                <a:solidFill>
                  <a:srgbClr val="F4A582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6" name="Rectangle 855">
                  <a:extLst>
                    <a:ext uri="{FF2B5EF4-FFF2-40B4-BE49-F238E27FC236}">
                      <a16:creationId xmlns:a16="http://schemas.microsoft.com/office/drawing/2014/main" id="{AD48A157-DCD2-952E-35F6-9D91F4A4E129}"/>
                    </a:ext>
                  </a:extLst>
                </p:cNvPr>
                <p:cNvSpPr/>
                <p:nvPr/>
              </p:nvSpPr>
              <p:spPr>
                <a:xfrm>
                  <a:off x="6946900" y="762000"/>
                  <a:ext cx="368300" cy="190500"/>
                </a:xfrm>
                <a:prstGeom prst="rect">
                  <a:avLst/>
                </a:prstGeom>
                <a:solidFill>
                  <a:srgbClr val="F4A582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7" name="Rectangle 856">
                  <a:extLst>
                    <a:ext uri="{FF2B5EF4-FFF2-40B4-BE49-F238E27FC236}">
                      <a16:creationId xmlns:a16="http://schemas.microsoft.com/office/drawing/2014/main" id="{2750324C-A4FF-E1B5-9F18-2D3E349CEF1A}"/>
                    </a:ext>
                  </a:extLst>
                </p:cNvPr>
                <p:cNvSpPr/>
                <p:nvPr/>
              </p:nvSpPr>
              <p:spPr>
                <a:xfrm>
                  <a:off x="73406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  <a:alpha val="67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8" name="Rectangle 857">
                  <a:extLst>
                    <a:ext uri="{FF2B5EF4-FFF2-40B4-BE49-F238E27FC236}">
                      <a16:creationId xmlns:a16="http://schemas.microsoft.com/office/drawing/2014/main" id="{FD906D40-321E-1426-E7AE-01A271053FE2}"/>
                    </a:ext>
                  </a:extLst>
                </p:cNvPr>
                <p:cNvSpPr/>
                <p:nvPr/>
              </p:nvSpPr>
              <p:spPr>
                <a:xfrm>
                  <a:off x="77343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  <a:alpha val="67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859" name="Group 858">
                <a:extLst>
                  <a:ext uri="{FF2B5EF4-FFF2-40B4-BE49-F238E27FC236}">
                    <a16:creationId xmlns:a16="http://schemas.microsoft.com/office/drawing/2014/main" id="{5BF1F429-AA05-6953-9F29-D471495B9CAC}"/>
                  </a:ext>
                </a:extLst>
              </p:cNvPr>
              <p:cNvGrpSpPr/>
              <p:nvPr/>
            </p:nvGrpSpPr>
            <p:grpSpPr>
              <a:xfrm>
                <a:off x="6722504" y="4527521"/>
                <a:ext cx="5880100" cy="190500"/>
                <a:chOff x="2222500" y="762000"/>
                <a:chExt cx="5880100" cy="190500"/>
              </a:xfrm>
            </p:grpSpPr>
            <p:sp>
              <p:nvSpPr>
                <p:cNvPr id="860" name="Rectangle 859">
                  <a:extLst>
                    <a:ext uri="{FF2B5EF4-FFF2-40B4-BE49-F238E27FC236}">
                      <a16:creationId xmlns:a16="http://schemas.microsoft.com/office/drawing/2014/main" id="{7EF54F58-3299-4607-4661-2428BCE294E4}"/>
                    </a:ext>
                  </a:extLst>
                </p:cNvPr>
                <p:cNvSpPr/>
                <p:nvPr/>
              </p:nvSpPr>
              <p:spPr>
                <a:xfrm>
                  <a:off x="2222500" y="762000"/>
                  <a:ext cx="368300" cy="190500"/>
                </a:xfrm>
                <a:prstGeom prst="rect">
                  <a:avLst/>
                </a:prstGeom>
                <a:solidFill>
                  <a:srgbClr val="F4A582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1" name="Rectangle 860">
                  <a:extLst>
                    <a:ext uri="{FF2B5EF4-FFF2-40B4-BE49-F238E27FC236}">
                      <a16:creationId xmlns:a16="http://schemas.microsoft.com/office/drawing/2014/main" id="{C3D65124-A71D-060F-80DC-C03DA8D27172}"/>
                    </a:ext>
                  </a:extLst>
                </p:cNvPr>
                <p:cNvSpPr/>
                <p:nvPr/>
              </p:nvSpPr>
              <p:spPr>
                <a:xfrm>
                  <a:off x="26162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2" name="Rectangle 861">
                  <a:extLst>
                    <a:ext uri="{FF2B5EF4-FFF2-40B4-BE49-F238E27FC236}">
                      <a16:creationId xmlns:a16="http://schemas.microsoft.com/office/drawing/2014/main" id="{F20B404B-22A6-3A28-F5F6-7EF3D5B6AFE5}"/>
                    </a:ext>
                  </a:extLst>
                </p:cNvPr>
                <p:cNvSpPr/>
                <p:nvPr/>
              </p:nvSpPr>
              <p:spPr>
                <a:xfrm>
                  <a:off x="3009900" y="762000"/>
                  <a:ext cx="368300" cy="190500"/>
                </a:xfrm>
                <a:prstGeom prst="rect">
                  <a:avLst/>
                </a:prstGeom>
                <a:solidFill>
                  <a:srgbClr val="1F66AC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3" name="Rectangle 862">
                  <a:extLst>
                    <a:ext uri="{FF2B5EF4-FFF2-40B4-BE49-F238E27FC236}">
                      <a16:creationId xmlns:a16="http://schemas.microsoft.com/office/drawing/2014/main" id="{110580C7-57B8-48D0-C3A5-3055B2559BCD}"/>
                    </a:ext>
                  </a:extLst>
                </p:cNvPr>
                <p:cNvSpPr/>
                <p:nvPr/>
              </p:nvSpPr>
              <p:spPr>
                <a:xfrm>
                  <a:off x="3403600" y="762000"/>
                  <a:ext cx="368300" cy="190500"/>
                </a:xfrm>
                <a:prstGeom prst="rect">
                  <a:avLst/>
                </a:prstGeom>
                <a:solidFill>
                  <a:srgbClr val="6CCAC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4" name="Rectangle 863">
                  <a:extLst>
                    <a:ext uri="{FF2B5EF4-FFF2-40B4-BE49-F238E27FC236}">
                      <a16:creationId xmlns:a16="http://schemas.microsoft.com/office/drawing/2014/main" id="{1DAD58B7-6100-A18A-039B-5D37F2EC7F1D}"/>
                    </a:ext>
                  </a:extLst>
                </p:cNvPr>
                <p:cNvSpPr/>
                <p:nvPr/>
              </p:nvSpPr>
              <p:spPr>
                <a:xfrm>
                  <a:off x="37973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5" name="Rectangle 864">
                  <a:extLst>
                    <a:ext uri="{FF2B5EF4-FFF2-40B4-BE49-F238E27FC236}">
                      <a16:creationId xmlns:a16="http://schemas.microsoft.com/office/drawing/2014/main" id="{7FB87DB7-3691-083C-3A9B-879D1B01A64F}"/>
                    </a:ext>
                  </a:extLst>
                </p:cNvPr>
                <p:cNvSpPr/>
                <p:nvPr/>
              </p:nvSpPr>
              <p:spPr>
                <a:xfrm>
                  <a:off x="4191000" y="762000"/>
                  <a:ext cx="368300" cy="190500"/>
                </a:xfrm>
                <a:prstGeom prst="rect">
                  <a:avLst/>
                </a:prstGeom>
                <a:solidFill>
                  <a:srgbClr val="6CCAC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6" name="Rectangle 865">
                  <a:extLst>
                    <a:ext uri="{FF2B5EF4-FFF2-40B4-BE49-F238E27FC236}">
                      <a16:creationId xmlns:a16="http://schemas.microsoft.com/office/drawing/2014/main" id="{ECA78BDA-9643-0F20-3444-47BE28DAC0B6}"/>
                    </a:ext>
                  </a:extLst>
                </p:cNvPr>
                <p:cNvSpPr/>
                <p:nvPr/>
              </p:nvSpPr>
              <p:spPr>
                <a:xfrm>
                  <a:off x="4584700" y="762000"/>
                  <a:ext cx="368300" cy="190500"/>
                </a:xfrm>
                <a:prstGeom prst="rect">
                  <a:avLst/>
                </a:prstGeom>
                <a:solidFill>
                  <a:srgbClr val="6CCAC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7" name="Rectangle 866">
                  <a:extLst>
                    <a:ext uri="{FF2B5EF4-FFF2-40B4-BE49-F238E27FC236}">
                      <a16:creationId xmlns:a16="http://schemas.microsoft.com/office/drawing/2014/main" id="{F2C4ADB5-F716-C6EA-D269-B36947F06A5E}"/>
                    </a:ext>
                  </a:extLst>
                </p:cNvPr>
                <p:cNvSpPr/>
                <p:nvPr/>
              </p:nvSpPr>
              <p:spPr>
                <a:xfrm>
                  <a:off x="49784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8" name="Rectangle 867">
                  <a:extLst>
                    <a:ext uri="{FF2B5EF4-FFF2-40B4-BE49-F238E27FC236}">
                      <a16:creationId xmlns:a16="http://schemas.microsoft.com/office/drawing/2014/main" id="{D4951CA3-C1EA-8197-3A02-06EEFF045F72}"/>
                    </a:ext>
                  </a:extLst>
                </p:cNvPr>
                <p:cNvSpPr/>
                <p:nvPr/>
              </p:nvSpPr>
              <p:spPr>
                <a:xfrm>
                  <a:off x="5372100" y="762000"/>
                  <a:ext cx="368300" cy="190500"/>
                </a:xfrm>
                <a:prstGeom prst="rect">
                  <a:avLst/>
                </a:prstGeom>
                <a:solidFill>
                  <a:srgbClr val="1F66AC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9" name="Rectangle 868">
                  <a:extLst>
                    <a:ext uri="{FF2B5EF4-FFF2-40B4-BE49-F238E27FC236}">
                      <a16:creationId xmlns:a16="http://schemas.microsoft.com/office/drawing/2014/main" id="{962E1EC0-5B33-D190-95E0-FAD4D68ABA1C}"/>
                    </a:ext>
                  </a:extLst>
                </p:cNvPr>
                <p:cNvSpPr/>
                <p:nvPr/>
              </p:nvSpPr>
              <p:spPr>
                <a:xfrm>
                  <a:off x="5765800" y="762000"/>
                  <a:ext cx="368300" cy="190500"/>
                </a:xfrm>
                <a:prstGeom prst="rect">
                  <a:avLst/>
                </a:prstGeom>
                <a:solidFill>
                  <a:srgbClr val="6CCACE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0" name="Rectangle 869">
                  <a:extLst>
                    <a:ext uri="{FF2B5EF4-FFF2-40B4-BE49-F238E27FC236}">
                      <a16:creationId xmlns:a16="http://schemas.microsoft.com/office/drawing/2014/main" id="{2873C7F7-F8DC-9A4E-0124-61F5735C9BDC}"/>
                    </a:ext>
                  </a:extLst>
                </p:cNvPr>
                <p:cNvSpPr/>
                <p:nvPr/>
              </p:nvSpPr>
              <p:spPr>
                <a:xfrm>
                  <a:off x="6159500" y="762000"/>
                  <a:ext cx="368300" cy="190500"/>
                </a:xfrm>
                <a:prstGeom prst="rect">
                  <a:avLst/>
                </a:prstGeom>
                <a:solidFill>
                  <a:srgbClr val="F4A582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1" name="Rectangle 870">
                  <a:extLst>
                    <a:ext uri="{FF2B5EF4-FFF2-40B4-BE49-F238E27FC236}">
                      <a16:creationId xmlns:a16="http://schemas.microsoft.com/office/drawing/2014/main" id="{16D4AFA6-6F8B-CB4B-215A-A54920FE8D8C}"/>
                    </a:ext>
                  </a:extLst>
                </p:cNvPr>
                <p:cNvSpPr/>
                <p:nvPr/>
              </p:nvSpPr>
              <p:spPr>
                <a:xfrm>
                  <a:off x="6553200" y="762000"/>
                  <a:ext cx="368300" cy="190500"/>
                </a:xfrm>
                <a:prstGeom prst="rect">
                  <a:avLst/>
                </a:prstGeom>
                <a:solidFill>
                  <a:srgbClr val="F4A582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2" name="Rectangle 871">
                  <a:extLst>
                    <a:ext uri="{FF2B5EF4-FFF2-40B4-BE49-F238E27FC236}">
                      <a16:creationId xmlns:a16="http://schemas.microsoft.com/office/drawing/2014/main" id="{B1176037-E858-14DB-B68C-EE52A72F015A}"/>
                    </a:ext>
                  </a:extLst>
                </p:cNvPr>
                <p:cNvSpPr/>
                <p:nvPr/>
              </p:nvSpPr>
              <p:spPr>
                <a:xfrm>
                  <a:off x="6946900" y="762000"/>
                  <a:ext cx="368300" cy="190500"/>
                </a:xfrm>
                <a:prstGeom prst="rect">
                  <a:avLst/>
                </a:prstGeom>
                <a:solidFill>
                  <a:srgbClr val="F4A582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3" name="Rectangle 872">
                  <a:extLst>
                    <a:ext uri="{FF2B5EF4-FFF2-40B4-BE49-F238E27FC236}">
                      <a16:creationId xmlns:a16="http://schemas.microsoft.com/office/drawing/2014/main" id="{C1420581-F3E3-7709-22DC-1622520448CD}"/>
                    </a:ext>
                  </a:extLst>
                </p:cNvPr>
                <p:cNvSpPr/>
                <p:nvPr/>
              </p:nvSpPr>
              <p:spPr>
                <a:xfrm>
                  <a:off x="73406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4" name="Rectangle 873">
                  <a:extLst>
                    <a:ext uri="{FF2B5EF4-FFF2-40B4-BE49-F238E27FC236}">
                      <a16:creationId xmlns:a16="http://schemas.microsoft.com/office/drawing/2014/main" id="{D976F507-E8C5-E323-E0B3-8153BDD4AA12}"/>
                    </a:ext>
                  </a:extLst>
                </p:cNvPr>
                <p:cNvSpPr/>
                <p:nvPr/>
              </p:nvSpPr>
              <p:spPr>
                <a:xfrm>
                  <a:off x="7734300" y="762000"/>
                  <a:ext cx="368300" cy="1905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5" name="Rectangle 874">
                <a:extLst>
                  <a:ext uri="{FF2B5EF4-FFF2-40B4-BE49-F238E27FC236}">
                    <a16:creationId xmlns:a16="http://schemas.microsoft.com/office/drawing/2014/main" id="{98079151-FF0E-C5C8-322A-1E80486B5EB0}"/>
                  </a:ext>
                </a:extLst>
              </p:cNvPr>
              <p:cNvSpPr/>
              <p:nvPr/>
            </p:nvSpPr>
            <p:spPr>
              <a:xfrm>
                <a:off x="8690600" y="4811796"/>
                <a:ext cx="368300" cy="190500"/>
              </a:xfrm>
              <a:prstGeom prst="rect">
                <a:avLst/>
              </a:prstGeom>
              <a:solidFill>
                <a:srgbClr val="F4A582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6" name="Rectangle 875">
                <a:extLst>
                  <a:ext uri="{FF2B5EF4-FFF2-40B4-BE49-F238E27FC236}">
                    <a16:creationId xmlns:a16="http://schemas.microsoft.com/office/drawing/2014/main" id="{91092F87-5FC6-4136-EEFF-ACFC270C1FCF}"/>
                  </a:ext>
                </a:extLst>
              </p:cNvPr>
              <p:cNvSpPr/>
              <p:nvPr/>
            </p:nvSpPr>
            <p:spPr>
              <a:xfrm>
                <a:off x="10654773" y="4814243"/>
                <a:ext cx="368300" cy="190500"/>
              </a:xfrm>
              <a:prstGeom prst="rect">
                <a:avLst/>
              </a:prstGeom>
              <a:solidFill>
                <a:srgbClr val="1F66AC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7" name="Rectangle 876">
                <a:extLst>
                  <a:ext uri="{FF2B5EF4-FFF2-40B4-BE49-F238E27FC236}">
                    <a16:creationId xmlns:a16="http://schemas.microsoft.com/office/drawing/2014/main" id="{F151256C-97F2-AE8C-DA60-4C9A70CF0B56}"/>
                  </a:ext>
                </a:extLst>
              </p:cNvPr>
              <p:cNvSpPr/>
              <p:nvPr/>
            </p:nvSpPr>
            <p:spPr>
              <a:xfrm>
                <a:off x="10650822" y="5045108"/>
                <a:ext cx="368300" cy="190500"/>
              </a:xfrm>
              <a:prstGeom prst="rect">
                <a:avLst/>
              </a:prstGeom>
              <a:solidFill>
                <a:srgbClr val="6CCACE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8" name="Rectangle 877">
                <a:extLst>
                  <a:ext uri="{FF2B5EF4-FFF2-40B4-BE49-F238E27FC236}">
                    <a16:creationId xmlns:a16="http://schemas.microsoft.com/office/drawing/2014/main" id="{176B2E03-D21F-37F7-5DD3-039065F68465}"/>
                  </a:ext>
                </a:extLst>
              </p:cNvPr>
              <p:cNvSpPr/>
              <p:nvPr/>
            </p:nvSpPr>
            <p:spPr>
              <a:xfrm>
                <a:off x="9089136" y="4812392"/>
                <a:ext cx="368300" cy="190500"/>
              </a:xfrm>
              <a:prstGeom prst="rect">
                <a:avLst/>
              </a:prstGeom>
              <a:solidFill>
                <a:srgbClr val="1F66AC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9" name="Rectangle 878">
                <a:extLst>
                  <a:ext uri="{FF2B5EF4-FFF2-40B4-BE49-F238E27FC236}">
                    <a16:creationId xmlns:a16="http://schemas.microsoft.com/office/drawing/2014/main" id="{170DD655-4FAE-1D79-44FD-724CC52DC2B0}"/>
                  </a:ext>
                </a:extLst>
              </p:cNvPr>
              <p:cNvSpPr/>
              <p:nvPr/>
            </p:nvSpPr>
            <p:spPr>
              <a:xfrm>
                <a:off x="11448288" y="4812392"/>
                <a:ext cx="368300" cy="190500"/>
              </a:xfrm>
              <a:prstGeom prst="rect">
                <a:avLst/>
              </a:prstGeom>
              <a:solidFill>
                <a:srgbClr val="1F66AC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89" name="Group 888">
                <a:extLst>
                  <a:ext uri="{FF2B5EF4-FFF2-40B4-BE49-F238E27FC236}">
                    <a16:creationId xmlns:a16="http://schemas.microsoft.com/office/drawing/2014/main" id="{0F204476-BFEF-4E42-CD10-162C75663355}"/>
                  </a:ext>
                </a:extLst>
              </p:cNvPr>
              <p:cNvGrpSpPr/>
              <p:nvPr/>
            </p:nvGrpSpPr>
            <p:grpSpPr>
              <a:xfrm>
                <a:off x="13478256" y="4017264"/>
                <a:ext cx="368300" cy="190500"/>
                <a:chOff x="12326710" y="1495228"/>
                <a:chExt cx="368300" cy="190500"/>
              </a:xfrm>
            </p:grpSpPr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0D9B2F5C-3578-C5CA-33F2-05AC698802B3}"/>
                    </a:ext>
                  </a:extLst>
                </p:cNvPr>
                <p:cNvSpPr/>
                <p:nvPr/>
              </p:nvSpPr>
              <p:spPr>
                <a:xfrm>
                  <a:off x="12326710" y="1495228"/>
                  <a:ext cx="368300" cy="190500"/>
                </a:xfrm>
                <a:prstGeom prst="rect">
                  <a:avLst/>
                </a:prstGeom>
                <a:solidFill>
                  <a:srgbClr val="6CCACE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91" name="Oval 890">
                  <a:extLst>
                    <a:ext uri="{FF2B5EF4-FFF2-40B4-BE49-F238E27FC236}">
                      <a16:creationId xmlns:a16="http://schemas.microsoft.com/office/drawing/2014/main" id="{40960F36-23BA-FF49-B826-153B25F9D4B8}"/>
                    </a:ext>
                  </a:extLst>
                </p:cNvPr>
                <p:cNvSpPr/>
                <p:nvPr/>
              </p:nvSpPr>
              <p:spPr>
                <a:xfrm>
                  <a:off x="12488000" y="1563829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92" name="Group 891">
                <a:extLst>
                  <a:ext uri="{FF2B5EF4-FFF2-40B4-BE49-F238E27FC236}">
                    <a16:creationId xmlns:a16="http://schemas.microsoft.com/office/drawing/2014/main" id="{4344F6AE-9A95-FF43-B7E4-FC3DC3CE0502}"/>
                  </a:ext>
                </a:extLst>
              </p:cNvPr>
              <p:cNvGrpSpPr/>
              <p:nvPr/>
            </p:nvGrpSpPr>
            <p:grpSpPr>
              <a:xfrm>
                <a:off x="12673584" y="4015713"/>
                <a:ext cx="368300" cy="190500"/>
                <a:chOff x="12326710" y="1716886"/>
                <a:chExt cx="368300" cy="190500"/>
              </a:xfrm>
            </p:grpSpPr>
            <p:sp>
              <p:nvSpPr>
                <p:cNvPr id="893" name="Rectangle 892">
                  <a:extLst>
                    <a:ext uri="{FF2B5EF4-FFF2-40B4-BE49-F238E27FC236}">
                      <a16:creationId xmlns:a16="http://schemas.microsoft.com/office/drawing/2014/main" id="{C20FE4AF-C8B2-5FDF-E3BC-36806444F824}"/>
                    </a:ext>
                  </a:extLst>
                </p:cNvPr>
                <p:cNvSpPr/>
                <p:nvPr/>
              </p:nvSpPr>
              <p:spPr>
                <a:xfrm>
                  <a:off x="12326710" y="1716886"/>
                  <a:ext cx="368300" cy="190500"/>
                </a:xfrm>
                <a:prstGeom prst="rect">
                  <a:avLst/>
                </a:prstGeom>
                <a:solidFill>
                  <a:srgbClr val="F4A582">
                    <a:alpha val="6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4" name="Oval 893">
                  <a:extLst>
                    <a:ext uri="{FF2B5EF4-FFF2-40B4-BE49-F238E27FC236}">
                      <a16:creationId xmlns:a16="http://schemas.microsoft.com/office/drawing/2014/main" id="{2FD2E6F5-D83B-051B-34B3-09E7958538D6}"/>
                    </a:ext>
                  </a:extLst>
                </p:cNvPr>
                <p:cNvSpPr/>
                <p:nvPr/>
              </p:nvSpPr>
              <p:spPr>
                <a:xfrm>
                  <a:off x="12492534" y="1791802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895" name="Group 894">
                <a:extLst>
                  <a:ext uri="{FF2B5EF4-FFF2-40B4-BE49-F238E27FC236}">
                    <a16:creationId xmlns:a16="http://schemas.microsoft.com/office/drawing/2014/main" id="{610832F8-4643-58BB-707D-26117E2EB92F}"/>
                  </a:ext>
                </a:extLst>
              </p:cNvPr>
              <p:cNvGrpSpPr/>
              <p:nvPr/>
            </p:nvGrpSpPr>
            <p:grpSpPr>
              <a:xfrm>
                <a:off x="13075920" y="3796149"/>
                <a:ext cx="368300" cy="190500"/>
                <a:chOff x="12729591" y="1492434"/>
                <a:chExt cx="368300" cy="190500"/>
              </a:xfrm>
            </p:grpSpPr>
            <p:sp>
              <p:nvSpPr>
                <p:cNvPr id="896" name="Rectangle 895">
                  <a:extLst>
                    <a:ext uri="{FF2B5EF4-FFF2-40B4-BE49-F238E27FC236}">
                      <a16:creationId xmlns:a16="http://schemas.microsoft.com/office/drawing/2014/main" id="{D12EB4D8-CBE5-E4A5-5B94-BE93E29CA6FF}"/>
                    </a:ext>
                  </a:extLst>
                </p:cNvPr>
                <p:cNvSpPr/>
                <p:nvPr/>
              </p:nvSpPr>
              <p:spPr>
                <a:xfrm>
                  <a:off x="12729591" y="1492434"/>
                  <a:ext cx="368300" cy="190500"/>
                </a:xfrm>
                <a:prstGeom prst="rect">
                  <a:avLst/>
                </a:prstGeom>
                <a:solidFill>
                  <a:srgbClr val="1F66AC">
                    <a:alpha val="7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7" name="Oval 896">
                  <a:extLst>
                    <a:ext uri="{FF2B5EF4-FFF2-40B4-BE49-F238E27FC236}">
                      <a16:creationId xmlns:a16="http://schemas.microsoft.com/office/drawing/2014/main" id="{DE8CAD24-910E-58B8-1AB3-E6164498D18F}"/>
                    </a:ext>
                  </a:extLst>
                </p:cNvPr>
                <p:cNvSpPr/>
                <p:nvPr/>
              </p:nvSpPr>
              <p:spPr>
                <a:xfrm>
                  <a:off x="12889409" y="1563829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98" name="Group 897">
                <a:extLst>
                  <a:ext uri="{FF2B5EF4-FFF2-40B4-BE49-F238E27FC236}">
                    <a16:creationId xmlns:a16="http://schemas.microsoft.com/office/drawing/2014/main" id="{260B20C0-6F39-1876-6810-90F6F52430C6}"/>
                  </a:ext>
                </a:extLst>
              </p:cNvPr>
              <p:cNvGrpSpPr/>
              <p:nvPr/>
            </p:nvGrpSpPr>
            <p:grpSpPr>
              <a:xfrm>
                <a:off x="13075920" y="4015605"/>
                <a:ext cx="368300" cy="190500"/>
                <a:chOff x="12725441" y="1721034"/>
                <a:chExt cx="368300" cy="190500"/>
              </a:xfrm>
            </p:grpSpPr>
            <p:sp>
              <p:nvSpPr>
                <p:cNvPr id="899" name="Rectangle 898">
                  <a:extLst>
                    <a:ext uri="{FF2B5EF4-FFF2-40B4-BE49-F238E27FC236}">
                      <a16:creationId xmlns:a16="http://schemas.microsoft.com/office/drawing/2014/main" id="{6A40FD94-D5EB-B667-6C20-B149A84D6AF0}"/>
                    </a:ext>
                  </a:extLst>
                </p:cNvPr>
                <p:cNvSpPr/>
                <p:nvPr/>
              </p:nvSpPr>
              <p:spPr>
                <a:xfrm>
                  <a:off x="12725441" y="1721034"/>
                  <a:ext cx="368300" cy="190500"/>
                </a:xfrm>
                <a:prstGeom prst="rect">
                  <a:avLst/>
                </a:prstGeom>
                <a:solidFill>
                  <a:srgbClr val="1F66AC">
                    <a:alpha val="7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0" name="Oval 899">
                  <a:extLst>
                    <a:ext uri="{FF2B5EF4-FFF2-40B4-BE49-F238E27FC236}">
                      <a16:creationId xmlns:a16="http://schemas.microsoft.com/office/drawing/2014/main" id="{7B5467BE-2E7B-3F1C-FE3E-C9F7B8733581}"/>
                    </a:ext>
                  </a:extLst>
                </p:cNvPr>
                <p:cNvSpPr/>
                <p:nvPr/>
              </p:nvSpPr>
              <p:spPr>
                <a:xfrm>
                  <a:off x="12886275" y="1791802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01" name="Group 900">
                <a:extLst>
                  <a:ext uri="{FF2B5EF4-FFF2-40B4-BE49-F238E27FC236}">
                    <a16:creationId xmlns:a16="http://schemas.microsoft.com/office/drawing/2014/main" id="{3DA5A0E8-CB9F-7559-F520-53413AD4E3B0}"/>
                  </a:ext>
                </a:extLst>
              </p:cNvPr>
              <p:cNvGrpSpPr/>
              <p:nvPr/>
            </p:nvGrpSpPr>
            <p:grpSpPr>
              <a:xfrm>
                <a:off x="13075920" y="3576218"/>
                <a:ext cx="368300" cy="190500"/>
                <a:chOff x="12729591" y="1271041"/>
                <a:chExt cx="368300" cy="190500"/>
              </a:xfrm>
            </p:grpSpPr>
            <p:sp>
              <p:nvSpPr>
                <p:cNvPr id="902" name="Rectangle 901">
                  <a:extLst>
                    <a:ext uri="{FF2B5EF4-FFF2-40B4-BE49-F238E27FC236}">
                      <a16:creationId xmlns:a16="http://schemas.microsoft.com/office/drawing/2014/main" id="{F9804F6D-3D63-910A-368B-F43D7C3B394C}"/>
                    </a:ext>
                  </a:extLst>
                </p:cNvPr>
                <p:cNvSpPr/>
                <p:nvPr/>
              </p:nvSpPr>
              <p:spPr>
                <a:xfrm>
                  <a:off x="12729591" y="1271041"/>
                  <a:ext cx="368300" cy="190500"/>
                </a:xfrm>
                <a:prstGeom prst="rect">
                  <a:avLst/>
                </a:prstGeom>
                <a:solidFill>
                  <a:srgbClr val="1F66AC">
                    <a:alpha val="77000"/>
                  </a:srgbClr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3" name="Oval 902">
                  <a:extLst>
                    <a:ext uri="{FF2B5EF4-FFF2-40B4-BE49-F238E27FC236}">
                      <a16:creationId xmlns:a16="http://schemas.microsoft.com/office/drawing/2014/main" id="{74C760F3-07E2-1FAD-7D72-00B057AEFB70}"/>
                    </a:ext>
                  </a:extLst>
                </p:cNvPr>
                <p:cNvSpPr/>
                <p:nvPr/>
              </p:nvSpPr>
              <p:spPr>
                <a:xfrm>
                  <a:off x="12886274" y="134606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C24DD0DD-D445-7468-AEC6-9CAD06404F44}"/>
                </a:ext>
              </a:extLst>
            </p:cNvPr>
            <p:cNvSpPr txBox="1"/>
            <p:nvPr/>
          </p:nvSpPr>
          <p:spPr>
            <a:xfrm>
              <a:off x="6554271" y="6046322"/>
              <a:ext cx="33393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ptos" panose="020F0502020204030204" pitchFamily="34" charset="0"/>
                </a:rPr>
                <a:t>Sample shuffled group: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9EC6E5F-28AC-B339-2D4C-774015EB871B}"/>
                </a:ext>
              </a:extLst>
            </p:cNvPr>
            <p:cNvGrpSpPr/>
            <p:nvPr/>
          </p:nvGrpSpPr>
          <p:grpSpPr>
            <a:xfrm>
              <a:off x="9787620" y="6100780"/>
              <a:ext cx="1414931" cy="339582"/>
              <a:chOff x="10066536" y="5324256"/>
              <a:chExt cx="1414931" cy="339582"/>
            </a:xfrm>
          </p:grpSpPr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8FDD9D64-3517-8C8E-0EF8-082B561B2C62}"/>
                  </a:ext>
                </a:extLst>
              </p:cNvPr>
              <p:cNvSpPr/>
              <p:nvPr/>
            </p:nvSpPr>
            <p:spPr>
              <a:xfrm>
                <a:off x="10066536" y="5330183"/>
                <a:ext cx="331644" cy="331644"/>
              </a:xfrm>
              <a:prstGeom prst="rect">
                <a:avLst/>
              </a:prstGeom>
              <a:solidFill>
                <a:srgbClr val="DE77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1</a:t>
                </a:r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1584BD44-3E73-1B59-8B6C-1540F7479A32}"/>
                  </a:ext>
                </a:extLst>
              </p:cNvPr>
              <p:cNvSpPr/>
              <p:nvPr/>
            </p:nvSpPr>
            <p:spPr>
              <a:xfrm>
                <a:off x="10428007" y="5332194"/>
                <a:ext cx="331644" cy="331644"/>
              </a:xfrm>
              <a:prstGeom prst="rect">
                <a:avLst/>
              </a:prstGeom>
              <a:solidFill>
                <a:srgbClr val="7FBC4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2</a:t>
                </a:r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43821C0A-F281-4125-1AEB-C95B8A8694EA}"/>
                  </a:ext>
                </a:extLst>
              </p:cNvPr>
              <p:cNvSpPr/>
              <p:nvPr/>
            </p:nvSpPr>
            <p:spPr>
              <a:xfrm>
                <a:off x="10788915" y="5324256"/>
                <a:ext cx="331644" cy="331644"/>
              </a:xfrm>
              <a:prstGeom prst="rect">
                <a:avLst/>
              </a:prstGeom>
              <a:solidFill>
                <a:srgbClr val="FFD96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4</a:t>
                </a:r>
              </a:p>
            </p:txBody>
          </p:sp>
          <p:sp>
            <p:nvSpPr>
              <p:cNvPr id="513" name="Oval 512">
                <a:extLst>
                  <a:ext uri="{FF2B5EF4-FFF2-40B4-BE49-F238E27FC236}">
                    <a16:creationId xmlns:a16="http://schemas.microsoft.com/office/drawing/2014/main" id="{5B0FC104-6329-B744-64F5-0E69F99F587A}"/>
                  </a:ext>
                </a:extLst>
              </p:cNvPr>
              <p:cNvSpPr/>
              <p:nvPr/>
            </p:nvSpPr>
            <p:spPr>
              <a:xfrm>
                <a:off x="11149823" y="5324256"/>
                <a:ext cx="331644" cy="331644"/>
              </a:xfrm>
              <a:prstGeom prst="ellipse">
                <a:avLst/>
              </a:prstGeom>
              <a:solidFill>
                <a:srgbClr val="F4A58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1</a:t>
                </a:r>
              </a:p>
            </p:txBody>
          </p:sp>
        </p:grp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B4DA5807-E251-950A-11DB-841C821A7667}"/>
                </a:ext>
              </a:extLst>
            </p:cNvPr>
            <p:cNvSpPr txBox="1"/>
            <p:nvPr/>
          </p:nvSpPr>
          <p:spPr>
            <a:xfrm>
              <a:off x="14164056" y="6699513"/>
              <a:ext cx="2069173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ptos" panose="020F0502020204030204" pitchFamily="34" charset="0"/>
                </a:rPr>
                <a:t>Shuffled </a:t>
              </a:r>
            </a:p>
            <a:p>
              <a:pPr algn="ctr"/>
              <a:r>
                <a:rPr lang="en-US" sz="2400" dirty="0">
                  <a:latin typeface="Aptos" panose="020F0502020204030204" pitchFamily="34" charset="0"/>
                </a:rPr>
                <a:t>groups (CI) </a:t>
              </a:r>
            </a:p>
          </p:txBody>
        </p:sp>
        <p:sp>
          <p:nvSpPr>
            <p:cNvPr id="665" name="Left Brace 664">
              <a:extLst>
                <a:ext uri="{FF2B5EF4-FFF2-40B4-BE49-F238E27FC236}">
                  <a16:creationId xmlns:a16="http://schemas.microsoft.com/office/drawing/2014/main" id="{485C4C16-A28D-58D2-A1CD-5D375C3CA0E9}"/>
                </a:ext>
              </a:extLst>
            </p:cNvPr>
            <p:cNvSpPr/>
            <p:nvPr/>
          </p:nvSpPr>
          <p:spPr>
            <a:xfrm flipH="1">
              <a:off x="13880592" y="6054329"/>
              <a:ext cx="316960" cy="2117969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D4CC8695-0006-66E5-0FFB-14D5888909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0560" y="7324024"/>
              <a:ext cx="7307455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7" name="Group 906">
              <a:extLst>
                <a:ext uri="{FF2B5EF4-FFF2-40B4-BE49-F238E27FC236}">
                  <a16:creationId xmlns:a16="http://schemas.microsoft.com/office/drawing/2014/main" id="{8324C607-F66B-12AB-D104-FB2A4EA1B4FA}"/>
                </a:ext>
              </a:extLst>
            </p:cNvPr>
            <p:cNvGrpSpPr/>
            <p:nvPr/>
          </p:nvGrpSpPr>
          <p:grpSpPr>
            <a:xfrm>
              <a:off x="6720557" y="7078677"/>
              <a:ext cx="5880100" cy="190500"/>
              <a:chOff x="2222500" y="762000"/>
              <a:chExt cx="5880100" cy="190500"/>
            </a:xfrm>
          </p:grpSpPr>
          <p:sp>
            <p:nvSpPr>
              <p:cNvPr id="908" name="Rectangle 907">
                <a:extLst>
                  <a:ext uri="{FF2B5EF4-FFF2-40B4-BE49-F238E27FC236}">
                    <a16:creationId xmlns:a16="http://schemas.microsoft.com/office/drawing/2014/main" id="{D83D5A91-C728-5002-E02F-7F0E7B56E9E3}"/>
                  </a:ext>
                </a:extLst>
              </p:cNvPr>
              <p:cNvSpPr/>
              <p:nvPr/>
            </p:nvSpPr>
            <p:spPr>
              <a:xfrm>
                <a:off x="2222500" y="762000"/>
                <a:ext cx="368300" cy="190500"/>
              </a:xfrm>
              <a:prstGeom prst="rect">
                <a:avLst/>
              </a:prstGeom>
              <a:solidFill>
                <a:srgbClr val="DE77AE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9" name="Rectangle 908">
                <a:extLst>
                  <a:ext uri="{FF2B5EF4-FFF2-40B4-BE49-F238E27FC236}">
                    <a16:creationId xmlns:a16="http://schemas.microsoft.com/office/drawing/2014/main" id="{0321645C-D53F-A417-6BF6-BC5F20147359}"/>
                  </a:ext>
                </a:extLst>
              </p:cNvPr>
              <p:cNvSpPr/>
              <p:nvPr/>
            </p:nvSpPr>
            <p:spPr>
              <a:xfrm>
                <a:off x="2616200" y="762000"/>
                <a:ext cx="368300" cy="190500"/>
              </a:xfrm>
              <a:prstGeom prst="rect">
                <a:avLst/>
              </a:prstGeom>
              <a:solidFill>
                <a:srgbClr val="DE77AE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676458C2-5B3A-6972-48B7-109B62B82420}"/>
                  </a:ext>
                </a:extLst>
              </p:cNvPr>
              <p:cNvSpPr/>
              <p:nvPr/>
            </p:nvSpPr>
            <p:spPr>
              <a:xfrm>
                <a:off x="3009900" y="762000"/>
                <a:ext cx="368300" cy="190500"/>
              </a:xfrm>
              <a:prstGeom prst="rect">
                <a:avLst/>
              </a:prstGeom>
              <a:solidFill>
                <a:srgbClr val="7FBC41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1" name="Rectangle 910">
                <a:extLst>
                  <a:ext uri="{FF2B5EF4-FFF2-40B4-BE49-F238E27FC236}">
                    <a16:creationId xmlns:a16="http://schemas.microsoft.com/office/drawing/2014/main" id="{BF0F4A26-1338-6E5E-14F0-1EDF3E68FADD}"/>
                  </a:ext>
                </a:extLst>
              </p:cNvPr>
              <p:cNvSpPr/>
              <p:nvPr/>
            </p:nvSpPr>
            <p:spPr>
              <a:xfrm>
                <a:off x="3403600" y="762000"/>
                <a:ext cx="368300" cy="190500"/>
              </a:xfrm>
              <a:prstGeom prst="rect">
                <a:avLst/>
              </a:prstGeom>
              <a:solidFill>
                <a:srgbClr val="DE77AE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2" name="Rectangle 911">
                <a:extLst>
                  <a:ext uri="{FF2B5EF4-FFF2-40B4-BE49-F238E27FC236}">
                    <a16:creationId xmlns:a16="http://schemas.microsoft.com/office/drawing/2014/main" id="{AF417CB7-9105-B776-4C12-21E676EB4481}"/>
                  </a:ext>
                </a:extLst>
              </p:cNvPr>
              <p:cNvSpPr/>
              <p:nvPr/>
            </p:nvSpPr>
            <p:spPr>
              <a:xfrm>
                <a:off x="3797300" y="762000"/>
                <a:ext cx="368300" cy="190500"/>
              </a:xfrm>
              <a:prstGeom prst="rect">
                <a:avLst/>
              </a:prstGeom>
              <a:solidFill>
                <a:srgbClr val="FFD966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3" name="Rectangle 912">
                <a:extLst>
                  <a:ext uri="{FF2B5EF4-FFF2-40B4-BE49-F238E27FC236}">
                    <a16:creationId xmlns:a16="http://schemas.microsoft.com/office/drawing/2014/main" id="{FF2E0957-D1BA-60F3-3067-95660CD33A5D}"/>
                  </a:ext>
                </a:extLst>
              </p:cNvPr>
              <p:cNvSpPr/>
              <p:nvPr/>
            </p:nvSpPr>
            <p:spPr>
              <a:xfrm>
                <a:off x="4191000" y="762000"/>
                <a:ext cx="368300" cy="190500"/>
              </a:xfrm>
              <a:prstGeom prst="rect">
                <a:avLst/>
              </a:prstGeom>
              <a:pattFill prst="dkUp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428640CC-4177-8AC4-4F02-B8824DD56487}"/>
                  </a:ext>
                </a:extLst>
              </p:cNvPr>
              <p:cNvSpPr/>
              <p:nvPr/>
            </p:nvSpPr>
            <p:spPr>
              <a:xfrm>
                <a:off x="4584700" y="762000"/>
                <a:ext cx="368300" cy="190500"/>
              </a:xfrm>
              <a:prstGeom prst="rect">
                <a:avLst/>
              </a:prstGeom>
              <a:pattFill prst="dkUp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5" name="Rectangle 914">
                <a:extLst>
                  <a:ext uri="{FF2B5EF4-FFF2-40B4-BE49-F238E27FC236}">
                    <a16:creationId xmlns:a16="http://schemas.microsoft.com/office/drawing/2014/main" id="{CAFB77B1-857C-8CAA-D411-5BE431642792}"/>
                  </a:ext>
                </a:extLst>
              </p:cNvPr>
              <p:cNvSpPr/>
              <p:nvPr/>
            </p:nvSpPr>
            <p:spPr>
              <a:xfrm>
                <a:off x="4978400" y="762000"/>
                <a:ext cx="368300" cy="190500"/>
              </a:xfrm>
              <a:prstGeom prst="rect">
                <a:avLst/>
              </a:prstGeom>
              <a:solidFill>
                <a:srgbClr val="7FBC41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6" name="Rectangle 915">
                <a:extLst>
                  <a:ext uri="{FF2B5EF4-FFF2-40B4-BE49-F238E27FC236}">
                    <a16:creationId xmlns:a16="http://schemas.microsoft.com/office/drawing/2014/main" id="{C8633E86-F36F-D33A-D789-633B171F5D1C}"/>
                  </a:ext>
                </a:extLst>
              </p:cNvPr>
              <p:cNvSpPr/>
              <p:nvPr/>
            </p:nvSpPr>
            <p:spPr>
              <a:xfrm>
                <a:off x="5372100" y="762000"/>
                <a:ext cx="368300" cy="190500"/>
              </a:xfrm>
              <a:prstGeom prst="rect">
                <a:avLst/>
              </a:prstGeom>
              <a:solidFill>
                <a:srgbClr val="FFD966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7" name="Rectangle 916">
                <a:extLst>
                  <a:ext uri="{FF2B5EF4-FFF2-40B4-BE49-F238E27FC236}">
                    <a16:creationId xmlns:a16="http://schemas.microsoft.com/office/drawing/2014/main" id="{7EA8F6CD-DABF-896C-2C55-81A03490842F}"/>
                  </a:ext>
                </a:extLst>
              </p:cNvPr>
              <p:cNvSpPr/>
              <p:nvPr/>
            </p:nvSpPr>
            <p:spPr>
              <a:xfrm>
                <a:off x="5765800" y="762000"/>
                <a:ext cx="368300" cy="190500"/>
              </a:xfrm>
              <a:prstGeom prst="rect">
                <a:avLst/>
              </a:prstGeom>
              <a:pattFill prst="dkUp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8D3AA08C-D632-038E-4597-3A78F955C866}"/>
                  </a:ext>
                </a:extLst>
              </p:cNvPr>
              <p:cNvSpPr/>
              <p:nvPr/>
            </p:nvSpPr>
            <p:spPr>
              <a:xfrm>
                <a:off x="6159500" y="762000"/>
                <a:ext cx="368300" cy="190500"/>
              </a:xfrm>
              <a:prstGeom prst="rect">
                <a:avLst/>
              </a:prstGeom>
              <a:solidFill>
                <a:srgbClr val="FFD966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9" name="Rectangle 918">
                <a:extLst>
                  <a:ext uri="{FF2B5EF4-FFF2-40B4-BE49-F238E27FC236}">
                    <a16:creationId xmlns:a16="http://schemas.microsoft.com/office/drawing/2014/main" id="{500AFFAA-D15D-F2BC-D8C1-86852C344F40}"/>
                  </a:ext>
                </a:extLst>
              </p:cNvPr>
              <p:cNvSpPr/>
              <p:nvPr/>
            </p:nvSpPr>
            <p:spPr>
              <a:xfrm>
                <a:off x="6553200" y="762000"/>
                <a:ext cx="368300" cy="190500"/>
              </a:xfrm>
              <a:prstGeom prst="rect">
                <a:avLst/>
              </a:prstGeom>
              <a:solidFill>
                <a:srgbClr val="DE77AE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0" name="Rectangle 919">
                <a:extLst>
                  <a:ext uri="{FF2B5EF4-FFF2-40B4-BE49-F238E27FC236}">
                    <a16:creationId xmlns:a16="http://schemas.microsoft.com/office/drawing/2014/main" id="{CE9DD2D2-8176-2C0E-9C61-818048ADE06D}"/>
                  </a:ext>
                </a:extLst>
              </p:cNvPr>
              <p:cNvSpPr/>
              <p:nvPr/>
            </p:nvSpPr>
            <p:spPr>
              <a:xfrm>
                <a:off x="6946900" y="762000"/>
                <a:ext cx="368300" cy="190500"/>
              </a:xfrm>
              <a:prstGeom prst="rect">
                <a:avLst/>
              </a:prstGeom>
              <a:solidFill>
                <a:srgbClr val="FFD966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1" name="Rectangle 920">
                <a:extLst>
                  <a:ext uri="{FF2B5EF4-FFF2-40B4-BE49-F238E27FC236}">
                    <a16:creationId xmlns:a16="http://schemas.microsoft.com/office/drawing/2014/main" id="{598F438F-6252-7C0F-FE75-DF8841058913}"/>
                  </a:ext>
                </a:extLst>
              </p:cNvPr>
              <p:cNvSpPr/>
              <p:nvPr/>
            </p:nvSpPr>
            <p:spPr>
              <a:xfrm>
                <a:off x="7340600" y="762000"/>
                <a:ext cx="368300" cy="190500"/>
              </a:xfrm>
              <a:prstGeom prst="rect">
                <a:avLst/>
              </a:prstGeom>
              <a:solidFill>
                <a:srgbClr val="DE77AE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ADA85FAE-6A6B-6CB4-9425-7407E08BDCEE}"/>
                  </a:ext>
                </a:extLst>
              </p:cNvPr>
              <p:cNvSpPr/>
              <p:nvPr/>
            </p:nvSpPr>
            <p:spPr>
              <a:xfrm>
                <a:off x="7734300" y="762000"/>
                <a:ext cx="368300" cy="190500"/>
              </a:xfrm>
              <a:prstGeom prst="rect">
                <a:avLst/>
              </a:prstGeom>
              <a:solidFill>
                <a:srgbClr val="FFD966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23" name="Group 922">
              <a:extLst>
                <a:ext uri="{FF2B5EF4-FFF2-40B4-BE49-F238E27FC236}">
                  <a16:creationId xmlns:a16="http://schemas.microsoft.com/office/drawing/2014/main" id="{79BBA22B-6B8C-24FF-5502-A522A28B60E6}"/>
                </a:ext>
              </a:extLst>
            </p:cNvPr>
            <p:cNvGrpSpPr/>
            <p:nvPr/>
          </p:nvGrpSpPr>
          <p:grpSpPr>
            <a:xfrm>
              <a:off x="6720557" y="7370777"/>
              <a:ext cx="5880100" cy="190500"/>
              <a:chOff x="2222500" y="762000"/>
              <a:chExt cx="5880100" cy="190500"/>
            </a:xfrm>
          </p:grpSpPr>
          <p:sp>
            <p:nvSpPr>
              <p:cNvPr id="924" name="Rectangle 923">
                <a:extLst>
                  <a:ext uri="{FF2B5EF4-FFF2-40B4-BE49-F238E27FC236}">
                    <a16:creationId xmlns:a16="http://schemas.microsoft.com/office/drawing/2014/main" id="{2F6DE1B6-8F43-F851-D3AF-CFA57C1C1D2B}"/>
                  </a:ext>
                </a:extLst>
              </p:cNvPr>
              <p:cNvSpPr/>
              <p:nvPr/>
            </p:nvSpPr>
            <p:spPr>
              <a:xfrm>
                <a:off x="2222500" y="762000"/>
                <a:ext cx="368300" cy="190500"/>
              </a:xfrm>
              <a:prstGeom prst="rect">
                <a:avLst/>
              </a:prstGeom>
              <a:solidFill>
                <a:srgbClr val="DE77AE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5" name="Rectangle 924">
                <a:extLst>
                  <a:ext uri="{FF2B5EF4-FFF2-40B4-BE49-F238E27FC236}">
                    <a16:creationId xmlns:a16="http://schemas.microsoft.com/office/drawing/2014/main" id="{75D7F142-F02C-4FA3-C0FC-C77C6E2DC0D9}"/>
                  </a:ext>
                </a:extLst>
              </p:cNvPr>
              <p:cNvSpPr/>
              <p:nvPr/>
            </p:nvSpPr>
            <p:spPr>
              <a:xfrm>
                <a:off x="2616200" y="762000"/>
                <a:ext cx="368300" cy="190500"/>
              </a:xfrm>
              <a:prstGeom prst="rect">
                <a:avLst/>
              </a:prstGeom>
              <a:solidFill>
                <a:srgbClr val="DE77AE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6" name="Rectangle 925">
                <a:extLst>
                  <a:ext uri="{FF2B5EF4-FFF2-40B4-BE49-F238E27FC236}">
                    <a16:creationId xmlns:a16="http://schemas.microsoft.com/office/drawing/2014/main" id="{3F900D70-1BBE-D7C2-6DC5-97E14FA169C1}"/>
                  </a:ext>
                </a:extLst>
              </p:cNvPr>
              <p:cNvSpPr/>
              <p:nvPr/>
            </p:nvSpPr>
            <p:spPr>
              <a:xfrm>
                <a:off x="3009900" y="762000"/>
                <a:ext cx="368300" cy="190500"/>
              </a:xfrm>
              <a:prstGeom prst="rect">
                <a:avLst/>
              </a:prstGeom>
              <a:solidFill>
                <a:srgbClr val="7FBC4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7" name="Rectangle 926">
                <a:extLst>
                  <a:ext uri="{FF2B5EF4-FFF2-40B4-BE49-F238E27FC236}">
                    <a16:creationId xmlns:a16="http://schemas.microsoft.com/office/drawing/2014/main" id="{3C081CC2-1C21-5DD4-908C-9C23BC623D47}"/>
                  </a:ext>
                </a:extLst>
              </p:cNvPr>
              <p:cNvSpPr/>
              <p:nvPr/>
            </p:nvSpPr>
            <p:spPr>
              <a:xfrm>
                <a:off x="3403600" y="762000"/>
                <a:ext cx="368300" cy="190500"/>
              </a:xfrm>
              <a:prstGeom prst="rect">
                <a:avLst/>
              </a:prstGeom>
              <a:solidFill>
                <a:srgbClr val="DE77AE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8" name="Rectangle 927">
                <a:extLst>
                  <a:ext uri="{FF2B5EF4-FFF2-40B4-BE49-F238E27FC236}">
                    <a16:creationId xmlns:a16="http://schemas.microsoft.com/office/drawing/2014/main" id="{E9F0C15A-82C4-9B92-8B62-9FABF8BC2EA1}"/>
                  </a:ext>
                </a:extLst>
              </p:cNvPr>
              <p:cNvSpPr/>
              <p:nvPr/>
            </p:nvSpPr>
            <p:spPr>
              <a:xfrm>
                <a:off x="3797300" y="762000"/>
                <a:ext cx="368300" cy="190500"/>
              </a:xfrm>
              <a:prstGeom prst="rect">
                <a:avLst/>
              </a:prstGeom>
              <a:solidFill>
                <a:srgbClr val="FFD966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9" name="Rectangle 928">
                <a:extLst>
                  <a:ext uri="{FF2B5EF4-FFF2-40B4-BE49-F238E27FC236}">
                    <a16:creationId xmlns:a16="http://schemas.microsoft.com/office/drawing/2014/main" id="{0C6211A1-CF2A-EB21-55C9-A98B4A8292F4}"/>
                  </a:ext>
                </a:extLst>
              </p:cNvPr>
              <p:cNvSpPr/>
              <p:nvPr/>
            </p:nvSpPr>
            <p:spPr>
              <a:xfrm>
                <a:off x="4191000" y="762000"/>
                <a:ext cx="368300" cy="190500"/>
              </a:xfrm>
              <a:prstGeom prst="rect">
                <a:avLst/>
              </a:prstGeom>
              <a:solidFill>
                <a:srgbClr val="7FBC4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0" name="Rectangle 929">
                <a:extLst>
                  <a:ext uri="{FF2B5EF4-FFF2-40B4-BE49-F238E27FC236}">
                    <a16:creationId xmlns:a16="http://schemas.microsoft.com/office/drawing/2014/main" id="{6AF068F0-D0C9-F435-A079-1FA3C4592609}"/>
                  </a:ext>
                </a:extLst>
              </p:cNvPr>
              <p:cNvSpPr/>
              <p:nvPr/>
            </p:nvSpPr>
            <p:spPr>
              <a:xfrm>
                <a:off x="4584700" y="762000"/>
                <a:ext cx="368300" cy="190500"/>
              </a:xfrm>
              <a:prstGeom prst="rect">
                <a:avLst/>
              </a:prstGeom>
              <a:pattFill prst="dkUp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1" name="Rectangle 930">
                <a:extLst>
                  <a:ext uri="{FF2B5EF4-FFF2-40B4-BE49-F238E27FC236}">
                    <a16:creationId xmlns:a16="http://schemas.microsoft.com/office/drawing/2014/main" id="{21DF5682-E1E3-78A4-D229-6A95B59B0E20}"/>
                  </a:ext>
                </a:extLst>
              </p:cNvPr>
              <p:cNvSpPr/>
              <p:nvPr/>
            </p:nvSpPr>
            <p:spPr>
              <a:xfrm>
                <a:off x="4978400" y="762000"/>
                <a:ext cx="368300" cy="190500"/>
              </a:xfrm>
              <a:prstGeom prst="rect">
                <a:avLst/>
              </a:prstGeom>
              <a:solidFill>
                <a:srgbClr val="7FBC4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2" name="Rectangle 931">
                <a:extLst>
                  <a:ext uri="{FF2B5EF4-FFF2-40B4-BE49-F238E27FC236}">
                    <a16:creationId xmlns:a16="http://schemas.microsoft.com/office/drawing/2014/main" id="{A22775D6-83A8-49A7-7985-45672DF9468A}"/>
                  </a:ext>
                </a:extLst>
              </p:cNvPr>
              <p:cNvSpPr/>
              <p:nvPr/>
            </p:nvSpPr>
            <p:spPr>
              <a:xfrm>
                <a:off x="5372100" y="762000"/>
                <a:ext cx="368300" cy="190500"/>
              </a:xfrm>
              <a:prstGeom prst="rect">
                <a:avLst/>
              </a:prstGeom>
              <a:solidFill>
                <a:srgbClr val="FFD966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3" name="Rectangle 932">
                <a:extLst>
                  <a:ext uri="{FF2B5EF4-FFF2-40B4-BE49-F238E27FC236}">
                    <a16:creationId xmlns:a16="http://schemas.microsoft.com/office/drawing/2014/main" id="{503299F8-9444-2101-0706-2C4AAE88CF93}"/>
                  </a:ext>
                </a:extLst>
              </p:cNvPr>
              <p:cNvSpPr/>
              <p:nvPr/>
            </p:nvSpPr>
            <p:spPr>
              <a:xfrm>
                <a:off x="5765800" y="762000"/>
                <a:ext cx="368300" cy="190500"/>
              </a:xfrm>
              <a:prstGeom prst="rect">
                <a:avLst/>
              </a:prstGeom>
              <a:pattFill prst="dkUp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4" name="Rectangle 933">
                <a:extLst>
                  <a:ext uri="{FF2B5EF4-FFF2-40B4-BE49-F238E27FC236}">
                    <a16:creationId xmlns:a16="http://schemas.microsoft.com/office/drawing/2014/main" id="{7B2F5CE7-BD2A-CB69-05D7-4475A8ECA09C}"/>
                  </a:ext>
                </a:extLst>
              </p:cNvPr>
              <p:cNvSpPr/>
              <p:nvPr/>
            </p:nvSpPr>
            <p:spPr>
              <a:xfrm>
                <a:off x="6159500" y="762000"/>
                <a:ext cx="368300" cy="190500"/>
              </a:xfrm>
              <a:prstGeom prst="rect">
                <a:avLst/>
              </a:prstGeom>
              <a:solidFill>
                <a:srgbClr val="7FBC4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5" name="Rectangle 934">
                <a:extLst>
                  <a:ext uri="{FF2B5EF4-FFF2-40B4-BE49-F238E27FC236}">
                    <a16:creationId xmlns:a16="http://schemas.microsoft.com/office/drawing/2014/main" id="{700BFEFC-9090-F3EE-0858-4ED946E3C13F}"/>
                  </a:ext>
                </a:extLst>
              </p:cNvPr>
              <p:cNvSpPr/>
              <p:nvPr/>
            </p:nvSpPr>
            <p:spPr>
              <a:xfrm>
                <a:off x="6553200" y="762000"/>
                <a:ext cx="368300" cy="190500"/>
              </a:xfrm>
              <a:prstGeom prst="rect">
                <a:avLst/>
              </a:prstGeom>
              <a:solidFill>
                <a:srgbClr val="DE77AE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6" name="Rectangle 935">
                <a:extLst>
                  <a:ext uri="{FF2B5EF4-FFF2-40B4-BE49-F238E27FC236}">
                    <a16:creationId xmlns:a16="http://schemas.microsoft.com/office/drawing/2014/main" id="{DE06C2CD-67AA-A593-2614-856A8F6F45B6}"/>
                  </a:ext>
                </a:extLst>
              </p:cNvPr>
              <p:cNvSpPr/>
              <p:nvPr/>
            </p:nvSpPr>
            <p:spPr>
              <a:xfrm>
                <a:off x="6946900" y="762000"/>
                <a:ext cx="368300" cy="190500"/>
              </a:xfrm>
              <a:prstGeom prst="rect">
                <a:avLst/>
              </a:prstGeom>
              <a:solidFill>
                <a:srgbClr val="FFD966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C05F5623-5515-B2B6-6479-EA7B3EDAD89A}"/>
                  </a:ext>
                </a:extLst>
              </p:cNvPr>
              <p:cNvSpPr/>
              <p:nvPr/>
            </p:nvSpPr>
            <p:spPr>
              <a:xfrm>
                <a:off x="7340600" y="762000"/>
                <a:ext cx="368300" cy="190500"/>
              </a:xfrm>
              <a:prstGeom prst="rect">
                <a:avLst/>
              </a:prstGeom>
              <a:solidFill>
                <a:srgbClr val="DE77AE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8" name="Rectangle 937">
                <a:extLst>
                  <a:ext uri="{FF2B5EF4-FFF2-40B4-BE49-F238E27FC236}">
                    <a16:creationId xmlns:a16="http://schemas.microsoft.com/office/drawing/2014/main" id="{66885E6A-EED6-1827-E5ED-C8857B23AF33}"/>
                  </a:ext>
                </a:extLst>
              </p:cNvPr>
              <p:cNvSpPr/>
              <p:nvPr/>
            </p:nvSpPr>
            <p:spPr>
              <a:xfrm>
                <a:off x="7734300" y="762000"/>
                <a:ext cx="368300" cy="190500"/>
              </a:xfrm>
              <a:prstGeom prst="rect">
                <a:avLst/>
              </a:prstGeom>
              <a:solidFill>
                <a:srgbClr val="FFD966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39" name="Rectangle 938">
              <a:extLst>
                <a:ext uri="{FF2B5EF4-FFF2-40B4-BE49-F238E27FC236}">
                  <a16:creationId xmlns:a16="http://schemas.microsoft.com/office/drawing/2014/main" id="{20B09AB2-9161-A679-0BA6-BE2B53598102}"/>
                </a:ext>
              </a:extLst>
            </p:cNvPr>
            <p:cNvSpPr/>
            <p:nvPr/>
          </p:nvSpPr>
          <p:spPr>
            <a:xfrm>
              <a:off x="8688653" y="7661123"/>
              <a:ext cx="368300" cy="190500"/>
            </a:xfrm>
            <a:prstGeom prst="rect">
              <a:avLst/>
            </a:prstGeom>
            <a:solidFill>
              <a:srgbClr val="F4A582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0" name="Rectangle 939">
              <a:extLst>
                <a:ext uri="{FF2B5EF4-FFF2-40B4-BE49-F238E27FC236}">
                  <a16:creationId xmlns:a16="http://schemas.microsoft.com/office/drawing/2014/main" id="{DF873E47-536D-C3F7-99F2-26F9BC5A4706}"/>
                </a:ext>
              </a:extLst>
            </p:cNvPr>
            <p:cNvSpPr/>
            <p:nvPr/>
          </p:nvSpPr>
          <p:spPr>
            <a:xfrm>
              <a:off x="10661904" y="7661123"/>
              <a:ext cx="368300" cy="190500"/>
            </a:xfrm>
            <a:prstGeom prst="rect">
              <a:avLst/>
            </a:prstGeom>
            <a:solidFill>
              <a:srgbClr val="FFD966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1" name="Rectangle 940">
              <a:extLst>
                <a:ext uri="{FF2B5EF4-FFF2-40B4-BE49-F238E27FC236}">
                  <a16:creationId xmlns:a16="http://schemas.microsoft.com/office/drawing/2014/main" id="{AB39F056-0EF0-D0B7-180E-2D39F761930F}"/>
                </a:ext>
              </a:extLst>
            </p:cNvPr>
            <p:cNvSpPr/>
            <p:nvPr/>
          </p:nvSpPr>
          <p:spPr>
            <a:xfrm>
              <a:off x="10661904" y="7889723"/>
              <a:ext cx="368300" cy="190500"/>
            </a:xfrm>
            <a:prstGeom prst="rect">
              <a:avLst/>
            </a:prstGeom>
            <a:solidFill>
              <a:srgbClr val="F4A582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3" name="Rectangle 942">
              <a:extLst>
                <a:ext uri="{FF2B5EF4-FFF2-40B4-BE49-F238E27FC236}">
                  <a16:creationId xmlns:a16="http://schemas.microsoft.com/office/drawing/2014/main" id="{AC4A85F2-C2FE-DEE3-E5CA-25F03D11F711}"/>
                </a:ext>
              </a:extLst>
            </p:cNvPr>
            <p:cNvSpPr/>
            <p:nvPr/>
          </p:nvSpPr>
          <p:spPr>
            <a:xfrm>
              <a:off x="11446341" y="7661123"/>
              <a:ext cx="368300" cy="190500"/>
            </a:xfrm>
            <a:prstGeom prst="rect">
              <a:avLst/>
            </a:prstGeom>
            <a:solidFill>
              <a:srgbClr val="F4A582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47" name="Group 946">
              <a:extLst>
                <a:ext uri="{FF2B5EF4-FFF2-40B4-BE49-F238E27FC236}">
                  <a16:creationId xmlns:a16="http://schemas.microsoft.com/office/drawing/2014/main" id="{C48B399F-F8DB-DE45-BB56-3EE66B9DF423}"/>
                </a:ext>
              </a:extLst>
            </p:cNvPr>
            <p:cNvGrpSpPr/>
            <p:nvPr/>
          </p:nvGrpSpPr>
          <p:grpSpPr>
            <a:xfrm>
              <a:off x="12671637" y="6873050"/>
              <a:ext cx="368300" cy="190500"/>
              <a:chOff x="12326710" y="1663878"/>
              <a:chExt cx="368300" cy="190500"/>
            </a:xfrm>
          </p:grpSpPr>
          <p:sp>
            <p:nvSpPr>
              <p:cNvPr id="948" name="Rectangle 947">
                <a:extLst>
                  <a:ext uri="{FF2B5EF4-FFF2-40B4-BE49-F238E27FC236}">
                    <a16:creationId xmlns:a16="http://schemas.microsoft.com/office/drawing/2014/main" id="{9D68B1D0-6F01-CC84-658B-DC21C74AB138}"/>
                  </a:ext>
                </a:extLst>
              </p:cNvPr>
              <p:cNvSpPr/>
              <p:nvPr/>
            </p:nvSpPr>
            <p:spPr>
              <a:xfrm>
                <a:off x="12326710" y="1663878"/>
                <a:ext cx="368300" cy="190500"/>
              </a:xfrm>
              <a:prstGeom prst="rect">
                <a:avLst/>
              </a:prstGeom>
              <a:solidFill>
                <a:srgbClr val="F4A582">
                  <a:alpha val="67000"/>
                </a:srgbClr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9" name="Oval 948">
                <a:extLst>
                  <a:ext uri="{FF2B5EF4-FFF2-40B4-BE49-F238E27FC236}">
                    <a16:creationId xmlns:a16="http://schemas.microsoft.com/office/drawing/2014/main" id="{51576348-A13E-FC98-EF2C-C000963F0BA3}"/>
                  </a:ext>
                </a:extLst>
              </p:cNvPr>
              <p:cNvSpPr/>
              <p:nvPr/>
            </p:nvSpPr>
            <p:spPr>
              <a:xfrm>
                <a:off x="12492534" y="1738794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59" name="Rectangle 958">
              <a:extLst>
                <a:ext uri="{FF2B5EF4-FFF2-40B4-BE49-F238E27FC236}">
                  <a16:creationId xmlns:a16="http://schemas.microsoft.com/office/drawing/2014/main" id="{E2D567A1-A280-C96C-40BF-E2D26769C0B7}"/>
                </a:ext>
              </a:extLst>
            </p:cNvPr>
            <p:cNvSpPr/>
            <p:nvPr/>
          </p:nvSpPr>
          <p:spPr>
            <a:xfrm>
              <a:off x="6720840" y="6791698"/>
              <a:ext cx="368300" cy="190500"/>
            </a:xfrm>
            <a:prstGeom prst="rect">
              <a:avLst/>
            </a:prstGeom>
            <a:solidFill>
              <a:srgbClr val="F4A582">
                <a:alpha val="67000"/>
              </a:srgb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0" name="Rectangle 959">
              <a:extLst>
                <a:ext uri="{FF2B5EF4-FFF2-40B4-BE49-F238E27FC236}">
                  <a16:creationId xmlns:a16="http://schemas.microsoft.com/office/drawing/2014/main" id="{6E26E95C-0973-B3FE-659F-F13CC83F0326}"/>
                </a:ext>
              </a:extLst>
            </p:cNvPr>
            <p:cNvSpPr/>
            <p:nvPr/>
          </p:nvSpPr>
          <p:spPr>
            <a:xfrm>
              <a:off x="10661904" y="6792123"/>
              <a:ext cx="368300" cy="190500"/>
            </a:xfrm>
            <a:prstGeom prst="rect">
              <a:avLst/>
            </a:prstGeom>
            <a:solidFill>
              <a:srgbClr val="F4A582">
                <a:alpha val="67000"/>
              </a:srgb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1" name="Rectangle 960">
              <a:extLst>
                <a:ext uri="{FF2B5EF4-FFF2-40B4-BE49-F238E27FC236}">
                  <a16:creationId xmlns:a16="http://schemas.microsoft.com/office/drawing/2014/main" id="{07467C58-9246-4C03-36A5-439C7762E024}"/>
                </a:ext>
              </a:extLst>
            </p:cNvPr>
            <p:cNvSpPr/>
            <p:nvPr/>
          </p:nvSpPr>
          <p:spPr>
            <a:xfrm>
              <a:off x="11055096" y="6792123"/>
              <a:ext cx="368300" cy="190500"/>
            </a:xfrm>
            <a:prstGeom prst="rect">
              <a:avLst/>
            </a:prstGeom>
            <a:solidFill>
              <a:srgbClr val="F4A582">
                <a:alpha val="67000"/>
              </a:srgb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2" name="Rectangle 961">
              <a:extLst>
                <a:ext uri="{FF2B5EF4-FFF2-40B4-BE49-F238E27FC236}">
                  <a16:creationId xmlns:a16="http://schemas.microsoft.com/office/drawing/2014/main" id="{F1BD9BCF-010D-4241-510A-D77A5A757972}"/>
                </a:ext>
              </a:extLst>
            </p:cNvPr>
            <p:cNvSpPr/>
            <p:nvPr/>
          </p:nvSpPr>
          <p:spPr>
            <a:xfrm>
              <a:off x="11448288" y="6792123"/>
              <a:ext cx="368300" cy="190500"/>
            </a:xfrm>
            <a:prstGeom prst="rect">
              <a:avLst/>
            </a:prstGeom>
            <a:solidFill>
              <a:srgbClr val="F4A582">
                <a:alpha val="67000"/>
              </a:srgb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3" name="Rectangle 962">
              <a:extLst>
                <a:ext uri="{FF2B5EF4-FFF2-40B4-BE49-F238E27FC236}">
                  <a16:creationId xmlns:a16="http://schemas.microsoft.com/office/drawing/2014/main" id="{61AA18DA-3F82-5EF0-8B81-83C75948E6B8}"/>
                </a:ext>
              </a:extLst>
            </p:cNvPr>
            <p:cNvSpPr/>
            <p:nvPr/>
          </p:nvSpPr>
          <p:spPr>
            <a:xfrm>
              <a:off x="6720840" y="7661123"/>
              <a:ext cx="368300" cy="190500"/>
            </a:xfrm>
            <a:prstGeom prst="rect">
              <a:avLst/>
            </a:prstGeom>
            <a:solidFill>
              <a:srgbClr val="F4A582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4" name="Rectangle 963">
              <a:extLst>
                <a:ext uri="{FF2B5EF4-FFF2-40B4-BE49-F238E27FC236}">
                  <a16:creationId xmlns:a16="http://schemas.microsoft.com/office/drawing/2014/main" id="{6FDF6A82-E02A-B17D-3154-2F291FFF9C38}"/>
                </a:ext>
              </a:extLst>
            </p:cNvPr>
            <p:cNvSpPr/>
            <p:nvPr/>
          </p:nvSpPr>
          <p:spPr>
            <a:xfrm>
              <a:off x="11055096" y="7889723"/>
              <a:ext cx="368300" cy="190500"/>
            </a:xfrm>
            <a:prstGeom prst="rect">
              <a:avLst/>
            </a:prstGeom>
            <a:solidFill>
              <a:srgbClr val="F4A582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2A64BC64-320F-97DA-4C41-BA7326C039E0}"/>
                </a:ext>
              </a:extLst>
            </p:cNvPr>
            <p:cNvSpPr/>
            <p:nvPr/>
          </p:nvSpPr>
          <p:spPr>
            <a:xfrm>
              <a:off x="11055096" y="7661123"/>
              <a:ext cx="368300" cy="190500"/>
            </a:xfrm>
            <a:prstGeom prst="rect">
              <a:avLst/>
            </a:prstGeom>
            <a:solidFill>
              <a:srgbClr val="7FBC4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1" name="TextBox 970">
              <a:extLst>
                <a:ext uri="{FF2B5EF4-FFF2-40B4-BE49-F238E27FC236}">
                  <a16:creationId xmlns:a16="http://schemas.microsoft.com/office/drawing/2014/main" id="{4FE02C28-9EF1-4AD4-4A07-432EB57246FA}"/>
                </a:ext>
              </a:extLst>
            </p:cNvPr>
            <p:cNvSpPr txBox="1"/>
            <p:nvPr/>
          </p:nvSpPr>
          <p:spPr>
            <a:xfrm>
              <a:off x="4587209" y="6402731"/>
              <a:ext cx="614432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1" dirty="0">
                  <a:latin typeface="Aptos" panose="020F0502020204030204" pitchFamily="34" charset="0"/>
                </a:rPr>
                <a:t>Excluded bits: 3</a:t>
              </a:r>
            </a:p>
          </p:txBody>
        </p:sp>
        <p:sp>
          <p:nvSpPr>
            <p:cNvPr id="974" name="TextBox 973">
              <a:extLst>
                <a:ext uri="{FF2B5EF4-FFF2-40B4-BE49-F238E27FC236}">
                  <a16:creationId xmlns:a16="http://schemas.microsoft.com/office/drawing/2014/main" id="{FD3ED454-37A9-70D5-1D95-FB0FC5230276}"/>
                </a:ext>
              </a:extLst>
            </p:cNvPr>
            <p:cNvSpPr txBox="1"/>
            <p:nvPr/>
          </p:nvSpPr>
          <p:spPr>
            <a:xfrm>
              <a:off x="11876894" y="1163330"/>
              <a:ext cx="235263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bg2">
                      <a:lumMod val="25000"/>
                    </a:schemeClr>
                  </a:solidFill>
                  <a:latin typeface="Aptos" panose="020F0502020204030204" pitchFamily="34" charset="0"/>
                </a:rPr>
                <a:t>Unassigned bits </a:t>
              </a:r>
            </a:p>
          </p:txBody>
        </p:sp>
        <p:sp>
          <p:nvSpPr>
            <p:cNvPr id="976" name="TextBox 975">
              <a:extLst>
                <a:ext uri="{FF2B5EF4-FFF2-40B4-BE49-F238E27FC236}">
                  <a16:creationId xmlns:a16="http://schemas.microsoft.com/office/drawing/2014/main" id="{8D6F9045-3396-31D6-46F5-65B9A83EC801}"/>
                </a:ext>
              </a:extLst>
            </p:cNvPr>
            <p:cNvSpPr txBox="1"/>
            <p:nvPr/>
          </p:nvSpPr>
          <p:spPr>
            <a:xfrm>
              <a:off x="5999529" y="2850522"/>
              <a:ext cx="1531380" cy="7680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200" dirty="0">
                  <a:solidFill>
                    <a:schemeClr val="bg2">
                      <a:lumMod val="25000"/>
                    </a:schemeClr>
                  </a:solidFill>
                  <a:latin typeface="Aptos" panose="020F0502020204030204" pitchFamily="34" charset="0"/>
                </a:rPr>
                <a:t>Redundant </a:t>
              </a:r>
            </a:p>
            <a:p>
              <a:r>
                <a:rPr lang="en-US" sz="2200" dirty="0">
                  <a:solidFill>
                    <a:schemeClr val="bg2">
                      <a:lumMod val="25000"/>
                    </a:schemeClr>
                  </a:solidFill>
                  <a:latin typeface="Aptos" panose="020F0502020204030204" pitchFamily="34" charset="0"/>
                </a:rPr>
                <a:t>bits: 5</a:t>
              </a:r>
            </a:p>
          </p:txBody>
        </p:sp>
        <p:sp>
          <p:nvSpPr>
            <p:cNvPr id="51" name="Left Bracket 50">
              <a:extLst>
                <a:ext uri="{FF2B5EF4-FFF2-40B4-BE49-F238E27FC236}">
                  <a16:creationId xmlns:a16="http://schemas.microsoft.com/office/drawing/2014/main" id="{064D3917-5620-1EF2-88F4-11DA65A34DEE}"/>
                </a:ext>
              </a:extLst>
            </p:cNvPr>
            <p:cNvSpPr/>
            <p:nvPr/>
          </p:nvSpPr>
          <p:spPr>
            <a:xfrm rot="16200000" flipH="1" flipV="1">
              <a:off x="13013097" y="1192099"/>
              <a:ext cx="80232" cy="855669"/>
            </a:xfrm>
            <a:prstGeom prst="leftBracket">
              <a:avLst>
                <a:gd name="adj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939914D-8169-BF56-F571-EC7555064131}"/>
                </a:ext>
              </a:extLst>
            </p:cNvPr>
            <p:cNvCxnSpPr>
              <a:cxnSpLocks/>
            </p:cNvCxnSpPr>
            <p:nvPr/>
          </p:nvCxnSpPr>
          <p:spPr>
            <a:xfrm>
              <a:off x="7480552" y="3074974"/>
              <a:ext cx="307614" cy="0"/>
            </a:xfrm>
            <a:prstGeom prst="straightConnector1">
              <a:avLst/>
            </a:prstGeom>
            <a:ln w="127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7" name="Rectangle 976">
              <a:extLst>
                <a:ext uri="{FF2B5EF4-FFF2-40B4-BE49-F238E27FC236}">
                  <a16:creationId xmlns:a16="http://schemas.microsoft.com/office/drawing/2014/main" id="{B17E9DE2-ADB7-A628-4E3D-C42C2EF4F094}"/>
                </a:ext>
              </a:extLst>
            </p:cNvPr>
            <p:cNvSpPr/>
            <p:nvPr/>
          </p:nvSpPr>
          <p:spPr>
            <a:xfrm>
              <a:off x="15364570" y="4367863"/>
              <a:ext cx="368300" cy="190500"/>
            </a:xfrm>
            <a:prstGeom prst="rect">
              <a:avLst/>
            </a:prstGeom>
            <a:pattFill prst="dkUp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87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</TotalTime>
  <Words>81</Words>
  <Application>Microsoft Macintosh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Ritwika Vallomparambath PanikkasserySugasree</dc:creator>
  <cp:lastModifiedBy>Ritwika Vallomparambath PanikkasserySugasree</cp:lastModifiedBy>
  <cp:revision>8</cp:revision>
  <cp:lastPrinted>2025-12-13T19:20:10Z</cp:lastPrinted>
  <dcterms:created xsi:type="dcterms:W3CDTF">2025-12-08T10:44:29Z</dcterms:created>
  <dcterms:modified xsi:type="dcterms:W3CDTF">2025-12-27T08:29:11Z</dcterms:modified>
</cp:coreProperties>
</file>