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84" r:id="rId1"/>
  </p:sldMasterIdLst>
  <p:sldIdLst>
    <p:sldId id="256" r:id="rId2"/>
  </p:sldIdLst>
  <p:sldSz cx="6218238" cy="6218238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534"/>
    <p:restoredTop sz="94660"/>
  </p:normalViewPr>
  <p:slideViewPr>
    <p:cSldViewPr snapToGrid="0" snapToObjects="1">
      <p:cViewPr varScale="1">
        <p:scale>
          <a:sx n="126" d="100"/>
          <a:sy n="126" d="100"/>
        </p:scale>
        <p:origin x="2488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66368" y="1017661"/>
            <a:ext cx="5285502" cy="2164868"/>
          </a:xfrm>
        </p:spPr>
        <p:txBody>
          <a:bodyPr anchor="b"/>
          <a:lstStyle>
            <a:lvl1pPr algn="ctr">
              <a:defRPr sz="408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77280" y="3266015"/>
            <a:ext cx="4663679" cy="1501301"/>
          </a:xfrm>
        </p:spPr>
        <p:txBody>
          <a:bodyPr/>
          <a:lstStyle>
            <a:lvl1pPr marL="0" indent="0" algn="ctr">
              <a:buNone/>
              <a:defRPr sz="1632"/>
            </a:lvl1pPr>
            <a:lvl2pPr marL="310896" indent="0" algn="ctr">
              <a:buNone/>
              <a:defRPr sz="1360"/>
            </a:lvl2pPr>
            <a:lvl3pPr marL="621792" indent="0" algn="ctr">
              <a:buNone/>
              <a:defRPr sz="1224"/>
            </a:lvl3pPr>
            <a:lvl4pPr marL="932688" indent="0" algn="ctr">
              <a:buNone/>
              <a:defRPr sz="1088"/>
            </a:lvl4pPr>
            <a:lvl5pPr marL="1243584" indent="0" algn="ctr">
              <a:buNone/>
              <a:defRPr sz="1088"/>
            </a:lvl5pPr>
            <a:lvl6pPr marL="1554480" indent="0" algn="ctr">
              <a:buNone/>
              <a:defRPr sz="1088"/>
            </a:lvl6pPr>
            <a:lvl7pPr marL="1865376" indent="0" algn="ctr">
              <a:buNone/>
              <a:defRPr sz="1088"/>
            </a:lvl7pPr>
            <a:lvl8pPr marL="2176272" indent="0" algn="ctr">
              <a:buNone/>
              <a:defRPr sz="1088"/>
            </a:lvl8pPr>
            <a:lvl9pPr marL="2487168" indent="0" algn="ctr">
              <a:buNone/>
              <a:defRPr sz="1088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43360F-6A4A-114B-BF4E-EC83570D5527}" type="datetimeFigureOut">
              <a:rPr lang="en-US" smtClean="0"/>
              <a:t>12/7/25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40A51F-0A1C-EA45-8681-6C74E4DA38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6142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43360F-6A4A-114B-BF4E-EC83570D5527}" type="datetimeFigureOut">
              <a:rPr lang="en-US" smtClean="0"/>
              <a:t>12/7/25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40A51F-0A1C-EA45-8681-6C74E4DA38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00113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4266" y="1550243"/>
            <a:ext cx="5363230" cy="2586614"/>
          </a:xfrm>
        </p:spPr>
        <p:txBody>
          <a:bodyPr anchor="b"/>
          <a:lstStyle>
            <a:lvl1pPr>
              <a:defRPr sz="408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24266" y="4161327"/>
            <a:ext cx="5363230" cy="1360239"/>
          </a:xfrm>
        </p:spPr>
        <p:txBody>
          <a:bodyPr/>
          <a:lstStyle>
            <a:lvl1pPr marL="0" indent="0">
              <a:buNone/>
              <a:defRPr sz="1632">
                <a:solidFill>
                  <a:schemeClr val="tx1"/>
                </a:solidFill>
              </a:defRPr>
            </a:lvl1pPr>
            <a:lvl2pPr marL="310896" indent="0">
              <a:buNone/>
              <a:defRPr sz="1360">
                <a:solidFill>
                  <a:schemeClr val="tx1">
                    <a:tint val="75000"/>
                  </a:schemeClr>
                </a:solidFill>
              </a:defRPr>
            </a:lvl2pPr>
            <a:lvl3pPr marL="621792" indent="0">
              <a:buNone/>
              <a:defRPr sz="1224">
                <a:solidFill>
                  <a:schemeClr val="tx1">
                    <a:tint val="75000"/>
                  </a:schemeClr>
                </a:solidFill>
              </a:defRPr>
            </a:lvl3pPr>
            <a:lvl4pPr marL="932688" indent="0">
              <a:buNone/>
              <a:defRPr sz="1088">
                <a:solidFill>
                  <a:schemeClr val="tx1">
                    <a:tint val="75000"/>
                  </a:schemeClr>
                </a:solidFill>
              </a:defRPr>
            </a:lvl4pPr>
            <a:lvl5pPr marL="1243584" indent="0">
              <a:buNone/>
              <a:defRPr sz="1088">
                <a:solidFill>
                  <a:schemeClr val="tx1">
                    <a:tint val="75000"/>
                  </a:schemeClr>
                </a:solidFill>
              </a:defRPr>
            </a:lvl5pPr>
            <a:lvl6pPr marL="1554480" indent="0">
              <a:buNone/>
              <a:defRPr sz="1088">
                <a:solidFill>
                  <a:schemeClr val="tx1">
                    <a:tint val="75000"/>
                  </a:schemeClr>
                </a:solidFill>
              </a:defRPr>
            </a:lvl6pPr>
            <a:lvl7pPr marL="1865376" indent="0">
              <a:buNone/>
              <a:defRPr sz="1088">
                <a:solidFill>
                  <a:schemeClr val="tx1">
                    <a:tint val="75000"/>
                  </a:schemeClr>
                </a:solidFill>
              </a:defRPr>
            </a:lvl7pPr>
            <a:lvl8pPr marL="2176272" indent="0">
              <a:buNone/>
              <a:defRPr sz="1088">
                <a:solidFill>
                  <a:schemeClr val="tx1">
                    <a:tint val="75000"/>
                  </a:schemeClr>
                </a:solidFill>
              </a:defRPr>
            </a:lvl8pPr>
            <a:lvl9pPr marL="2487168" indent="0">
              <a:buNone/>
              <a:defRPr sz="1088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43360F-6A4A-114B-BF4E-EC83570D5527}" type="datetimeFigureOut">
              <a:rPr lang="en-US" smtClean="0"/>
              <a:t>12/7/25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40A51F-0A1C-EA45-8681-6C74E4DA38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17570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27504" y="1655318"/>
            <a:ext cx="2642751" cy="394541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147983" y="1655318"/>
            <a:ext cx="2642751" cy="394541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43360F-6A4A-114B-BF4E-EC83570D5527}" type="datetimeFigureOut">
              <a:rPr lang="en-US" smtClean="0"/>
              <a:t>12/7/25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40A51F-0A1C-EA45-8681-6C74E4DA38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52891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8314" y="331065"/>
            <a:ext cx="5363230" cy="12019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28314" y="1524332"/>
            <a:ext cx="2630606" cy="747052"/>
          </a:xfrm>
        </p:spPr>
        <p:txBody>
          <a:bodyPr anchor="b"/>
          <a:lstStyle>
            <a:lvl1pPr marL="0" indent="0">
              <a:buNone/>
              <a:defRPr sz="1632" b="1"/>
            </a:lvl1pPr>
            <a:lvl2pPr marL="310896" indent="0">
              <a:buNone/>
              <a:defRPr sz="1360" b="1"/>
            </a:lvl2pPr>
            <a:lvl3pPr marL="621792" indent="0">
              <a:buNone/>
              <a:defRPr sz="1224" b="1"/>
            </a:lvl3pPr>
            <a:lvl4pPr marL="932688" indent="0">
              <a:buNone/>
              <a:defRPr sz="1088" b="1"/>
            </a:lvl4pPr>
            <a:lvl5pPr marL="1243584" indent="0">
              <a:buNone/>
              <a:defRPr sz="1088" b="1"/>
            </a:lvl5pPr>
            <a:lvl6pPr marL="1554480" indent="0">
              <a:buNone/>
              <a:defRPr sz="1088" b="1"/>
            </a:lvl6pPr>
            <a:lvl7pPr marL="1865376" indent="0">
              <a:buNone/>
              <a:defRPr sz="1088" b="1"/>
            </a:lvl7pPr>
            <a:lvl8pPr marL="2176272" indent="0">
              <a:buNone/>
              <a:defRPr sz="1088" b="1"/>
            </a:lvl8pPr>
            <a:lvl9pPr marL="2487168" indent="0">
              <a:buNone/>
              <a:defRPr sz="1088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28314" y="2271384"/>
            <a:ext cx="2630606" cy="334086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147983" y="1524332"/>
            <a:ext cx="2643561" cy="747052"/>
          </a:xfrm>
        </p:spPr>
        <p:txBody>
          <a:bodyPr anchor="b"/>
          <a:lstStyle>
            <a:lvl1pPr marL="0" indent="0">
              <a:buNone/>
              <a:defRPr sz="1632" b="1"/>
            </a:lvl1pPr>
            <a:lvl2pPr marL="310896" indent="0">
              <a:buNone/>
              <a:defRPr sz="1360" b="1"/>
            </a:lvl2pPr>
            <a:lvl3pPr marL="621792" indent="0">
              <a:buNone/>
              <a:defRPr sz="1224" b="1"/>
            </a:lvl3pPr>
            <a:lvl4pPr marL="932688" indent="0">
              <a:buNone/>
              <a:defRPr sz="1088" b="1"/>
            </a:lvl4pPr>
            <a:lvl5pPr marL="1243584" indent="0">
              <a:buNone/>
              <a:defRPr sz="1088" b="1"/>
            </a:lvl5pPr>
            <a:lvl6pPr marL="1554480" indent="0">
              <a:buNone/>
              <a:defRPr sz="1088" b="1"/>
            </a:lvl6pPr>
            <a:lvl7pPr marL="1865376" indent="0">
              <a:buNone/>
              <a:defRPr sz="1088" b="1"/>
            </a:lvl7pPr>
            <a:lvl8pPr marL="2176272" indent="0">
              <a:buNone/>
              <a:defRPr sz="1088" b="1"/>
            </a:lvl8pPr>
            <a:lvl9pPr marL="2487168" indent="0">
              <a:buNone/>
              <a:defRPr sz="1088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147983" y="2271384"/>
            <a:ext cx="2643561" cy="334086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43360F-6A4A-114B-BF4E-EC83570D5527}" type="datetimeFigureOut">
              <a:rPr lang="en-US" smtClean="0"/>
              <a:t>12/7/25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40A51F-0A1C-EA45-8681-6C74E4DA38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26490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43360F-6A4A-114B-BF4E-EC83570D5527}" type="datetimeFigureOut">
              <a:rPr lang="en-US" smtClean="0"/>
              <a:t>12/7/25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40A51F-0A1C-EA45-8681-6C74E4DA38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0607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43360F-6A4A-114B-BF4E-EC83570D5527}" type="datetimeFigureOut">
              <a:rPr lang="en-US" smtClean="0"/>
              <a:t>12/7/25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40A51F-0A1C-EA45-8681-6C74E4DA38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24369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8314" y="414549"/>
            <a:ext cx="2005544" cy="1450922"/>
          </a:xfrm>
        </p:spPr>
        <p:txBody>
          <a:bodyPr anchor="b"/>
          <a:lstStyle>
            <a:lvl1pPr>
              <a:defRPr sz="2176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643561" y="895313"/>
            <a:ext cx="3147983" cy="4418979"/>
          </a:xfrm>
        </p:spPr>
        <p:txBody>
          <a:bodyPr/>
          <a:lstStyle>
            <a:lvl1pPr>
              <a:defRPr sz="2176"/>
            </a:lvl1pPr>
            <a:lvl2pPr>
              <a:defRPr sz="1904"/>
            </a:lvl2pPr>
            <a:lvl3pPr>
              <a:defRPr sz="1632"/>
            </a:lvl3pPr>
            <a:lvl4pPr>
              <a:defRPr sz="1360"/>
            </a:lvl4pPr>
            <a:lvl5pPr>
              <a:defRPr sz="1360"/>
            </a:lvl5pPr>
            <a:lvl6pPr>
              <a:defRPr sz="1360"/>
            </a:lvl6pPr>
            <a:lvl7pPr>
              <a:defRPr sz="1360"/>
            </a:lvl7pPr>
            <a:lvl8pPr>
              <a:defRPr sz="1360"/>
            </a:lvl8pPr>
            <a:lvl9pPr>
              <a:defRPr sz="136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28314" y="1865471"/>
            <a:ext cx="2005544" cy="3456017"/>
          </a:xfrm>
        </p:spPr>
        <p:txBody>
          <a:bodyPr/>
          <a:lstStyle>
            <a:lvl1pPr marL="0" indent="0">
              <a:buNone/>
              <a:defRPr sz="1088"/>
            </a:lvl1pPr>
            <a:lvl2pPr marL="310896" indent="0">
              <a:buNone/>
              <a:defRPr sz="952"/>
            </a:lvl2pPr>
            <a:lvl3pPr marL="621792" indent="0">
              <a:buNone/>
              <a:defRPr sz="816"/>
            </a:lvl3pPr>
            <a:lvl4pPr marL="932688" indent="0">
              <a:buNone/>
              <a:defRPr sz="680"/>
            </a:lvl4pPr>
            <a:lvl5pPr marL="1243584" indent="0">
              <a:buNone/>
              <a:defRPr sz="680"/>
            </a:lvl5pPr>
            <a:lvl6pPr marL="1554480" indent="0">
              <a:buNone/>
              <a:defRPr sz="680"/>
            </a:lvl6pPr>
            <a:lvl7pPr marL="1865376" indent="0">
              <a:buNone/>
              <a:defRPr sz="680"/>
            </a:lvl7pPr>
            <a:lvl8pPr marL="2176272" indent="0">
              <a:buNone/>
              <a:defRPr sz="680"/>
            </a:lvl8pPr>
            <a:lvl9pPr marL="2487168" indent="0">
              <a:buNone/>
              <a:defRPr sz="68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43360F-6A4A-114B-BF4E-EC83570D5527}" type="datetimeFigureOut">
              <a:rPr lang="en-US" smtClean="0"/>
              <a:t>12/7/25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40A51F-0A1C-EA45-8681-6C74E4DA38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594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8314" y="414549"/>
            <a:ext cx="2005544" cy="1450922"/>
          </a:xfrm>
        </p:spPr>
        <p:txBody>
          <a:bodyPr anchor="b"/>
          <a:lstStyle>
            <a:lvl1pPr>
              <a:defRPr sz="2176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643561" y="895313"/>
            <a:ext cx="3147983" cy="4418979"/>
          </a:xfrm>
        </p:spPr>
        <p:txBody>
          <a:bodyPr anchor="t"/>
          <a:lstStyle>
            <a:lvl1pPr marL="0" indent="0">
              <a:buNone/>
              <a:defRPr sz="2176"/>
            </a:lvl1pPr>
            <a:lvl2pPr marL="310896" indent="0">
              <a:buNone/>
              <a:defRPr sz="1904"/>
            </a:lvl2pPr>
            <a:lvl3pPr marL="621792" indent="0">
              <a:buNone/>
              <a:defRPr sz="1632"/>
            </a:lvl3pPr>
            <a:lvl4pPr marL="932688" indent="0">
              <a:buNone/>
              <a:defRPr sz="1360"/>
            </a:lvl4pPr>
            <a:lvl5pPr marL="1243584" indent="0">
              <a:buNone/>
              <a:defRPr sz="1360"/>
            </a:lvl5pPr>
            <a:lvl6pPr marL="1554480" indent="0">
              <a:buNone/>
              <a:defRPr sz="1360"/>
            </a:lvl6pPr>
            <a:lvl7pPr marL="1865376" indent="0">
              <a:buNone/>
              <a:defRPr sz="1360"/>
            </a:lvl7pPr>
            <a:lvl8pPr marL="2176272" indent="0">
              <a:buNone/>
              <a:defRPr sz="1360"/>
            </a:lvl8pPr>
            <a:lvl9pPr marL="2487168" indent="0">
              <a:buNone/>
              <a:defRPr sz="136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28314" y="1865471"/>
            <a:ext cx="2005544" cy="3456017"/>
          </a:xfrm>
        </p:spPr>
        <p:txBody>
          <a:bodyPr/>
          <a:lstStyle>
            <a:lvl1pPr marL="0" indent="0">
              <a:buNone/>
              <a:defRPr sz="1088"/>
            </a:lvl1pPr>
            <a:lvl2pPr marL="310896" indent="0">
              <a:buNone/>
              <a:defRPr sz="952"/>
            </a:lvl2pPr>
            <a:lvl3pPr marL="621792" indent="0">
              <a:buNone/>
              <a:defRPr sz="816"/>
            </a:lvl3pPr>
            <a:lvl4pPr marL="932688" indent="0">
              <a:buNone/>
              <a:defRPr sz="680"/>
            </a:lvl4pPr>
            <a:lvl5pPr marL="1243584" indent="0">
              <a:buNone/>
              <a:defRPr sz="680"/>
            </a:lvl5pPr>
            <a:lvl6pPr marL="1554480" indent="0">
              <a:buNone/>
              <a:defRPr sz="680"/>
            </a:lvl6pPr>
            <a:lvl7pPr marL="1865376" indent="0">
              <a:buNone/>
              <a:defRPr sz="680"/>
            </a:lvl7pPr>
            <a:lvl8pPr marL="2176272" indent="0">
              <a:buNone/>
              <a:defRPr sz="680"/>
            </a:lvl8pPr>
            <a:lvl9pPr marL="2487168" indent="0">
              <a:buNone/>
              <a:defRPr sz="68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43360F-6A4A-114B-BF4E-EC83570D5527}" type="datetimeFigureOut">
              <a:rPr lang="en-US" smtClean="0"/>
              <a:t>12/7/25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40A51F-0A1C-EA45-8681-6C74E4DA38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37312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43360F-6A4A-114B-BF4E-EC83570D5527}" type="datetimeFigureOut">
              <a:rPr lang="en-US" smtClean="0"/>
              <a:t>12/7/25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40A51F-0A1C-EA45-8681-6C74E4DA38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23091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449927" y="331064"/>
            <a:ext cx="1340808" cy="5269669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27504" y="331064"/>
            <a:ext cx="3944695" cy="526966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43360F-6A4A-114B-BF4E-EC83570D5527}" type="datetimeFigureOut">
              <a:rPr lang="en-US" smtClean="0"/>
              <a:t>12/7/25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40A51F-0A1C-EA45-8681-6C74E4DA38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77134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27504" y="331065"/>
            <a:ext cx="5363230" cy="120190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27504" y="1655318"/>
            <a:ext cx="5363230" cy="394541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27504" y="5763387"/>
            <a:ext cx="1399104" cy="33106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16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443360F-6A4A-114B-BF4E-EC83570D5527}" type="datetimeFigureOut">
              <a:rPr lang="en-US" smtClean="0"/>
              <a:t>12/7/25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059792" y="5763387"/>
            <a:ext cx="2098655" cy="33106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16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391630" y="5763387"/>
            <a:ext cx="1399104" cy="33106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16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840A51F-0A1C-EA45-8681-6C74E4DA38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32131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621792" rtl="0" eaLnBrk="1" latinLnBrk="0" hangingPunct="1">
        <a:lnSpc>
          <a:spcPct val="90000"/>
        </a:lnSpc>
        <a:spcBef>
          <a:spcPct val="0"/>
        </a:spcBef>
        <a:buNone/>
        <a:defRPr sz="2992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55448" indent="-155448" algn="l" defTabSz="621792" rtl="0" eaLnBrk="1" latinLnBrk="0" hangingPunct="1">
        <a:lnSpc>
          <a:spcPct val="90000"/>
        </a:lnSpc>
        <a:spcBef>
          <a:spcPts val="680"/>
        </a:spcBef>
        <a:buFont typeface="Arial" panose="020B0604020202020204" pitchFamily="34" charset="0"/>
        <a:buChar char="•"/>
        <a:defRPr sz="1904" kern="1200">
          <a:solidFill>
            <a:schemeClr val="tx1"/>
          </a:solidFill>
          <a:latin typeface="+mn-lt"/>
          <a:ea typeface="+mn-ea"/>
          <a:cs typeface="+mn-cs"/>
        </a:defRPr>
      </a:lvl1pPr>
      <a:lvl2pPr marL="466344" indent="-155448" algn="l" defTabSz="621792" rtl="0" eaLnBrk="1" latinLnBrk="0" hangingPunct="1">
        <a:lnSpc>
          <a:spcPct val="90000"/>
        </a:lnSpc>
        <a:spcBef>
          <a:spcPts val="340"/>
        </a:spcBef>
        <a:buFont typeface="Arial" panose="020B0604020202020204" pitchFamily="34" charset="0"/>
        <a:buChar char="•"/>
        <a:defRPr sz="1632" kern="1200">
          <a:solidFill>
            <a:schemeClr val="tx1"/>
          </a:solidFill>
          <a:latin typeface="+mn-lt"/>
          <a:ea typeface="+mn-ea"/>
          <a:cs typeface="+mn-cs"/>
        </a:defRPr>
      </a:lvl2pPr>
      <a:lvl3pPr marL="777240" indent="-155448" algn="l" defTabSz="621792" rtl="0" eaLnBrk="1" latinLnBrk="0" hangingPunct="1">
        <a:lnSpc>
          <a:spcPct val="90000"/>
        </a:lnSpc>
        <a:spcBef>
          <a:spcPts val="340"/>
        </a:spcBef>
        <a:buFont typeface="Arial" panose="020B0604020202020204" pitchFamily="34" charset="0"/>
        <a:buChar char="•"/>
        <a:defRPr sz="1360" kern="1200">
          <a:solidFill>
            <a:schemeClr val="tx1"/>
          </a:solidFill>
          <a:latin typeface="+mn-lt"/>
          <a:ea typeface="+mn-ea"/>
          <a:cs typeface="+mn-cs"/>
        </a:defRPr>
      </a:lvl3pPr>
      <a:lvl4pPr marL="1088136" indent="-155448" algn="l" defTabSz="621792" rtl="0" eaLnBrk="1" latinLnBrk="0" hangingPunct="1">
        <a:lnSpc>
          <a:spcPct val="90000"/>
        </a:lnSpc>
        <a:spcBef>
          <a:spcPts val="340"/>
        </a:spcBef>
        <a:buFont typeface="Arial" panose="020B0604020202020204" pitchFamily="34" charset="0"/>
        <a:buChar char="•"/>
        <a:defRPr sz="1224" kern="1200">
          <a:solidFill>
            <a:schemeClr val="tx1"/>
          </a:solidFill>
          <a:latin typeface="+mn-lt"/>
          <a:ea typeface="+mn-ea"/>
          <a:cs typeface="+mn-cs"/>
        </a:defRPr>
      </a:lvl4pPr>
      <a:lvl5pPr marL="1399032" indent="-155448" algn="l" defTabSz="621792" rtl="0" eaLnBrk="1" latinLnBrk="0" hangingPunct="1">
        <a:lnSpc>
          <a:spcPct val="90000"/>
        </a:lnSpc>
        <a:spcBef>
          <a:spcPts val="340"/>
        </a:spcBef>
        <a:buFont typeface="Arial" panose="020B0604020202020204" pitchFamily="34" charset="0"/>
        <a:buChar char="•"/>
        <a:defRPr sz="1224" kern="1200">
          <a:solidFill>
            <a:schemeClr val="tx1"/>
          </a:solidFill>
          <a:latin typeface="+mn-lt"/>
          <a:ea typeface="+mn-ea"/>
          <a:cs typeface="+mn-cs"/>
        </a:defRPr>
      </a:lvl5pPr>
      <a:lvl6pPr marL="1709928" indent="-155448" algn="l" defTabSz="621792" rtl="0" eaLnBrk="1" latinLnBrk="0" hangingPunct="1">
        <a:lnSpc>
          <a:spcPct val="90000"/>
        </a:lnSpc>
        <a:spcBef>
          <a:spcPts val="340"/>
        </a:spcBef>
        <a:buFont typeface="Arial" panose="020B0604020202020204" pitchFamily="34" charset="0"/>
        <a:buChar char="•"/>
        <a:defRPr sz="1224" kern="1200">
          <a:solidFill>
            <a:schemeClr val="tx1"/>
          </a:solidFill>
          <a:latin typeface="+mn-lt"/>
          <a:ea typeface="+mn-ea"/>
          <a:cs typeface="+mn-cs"/>
        </a:defRPr>
      </a:lvl6pPr>
      <a:lvl7pPr marL="2020824" indent="-155448" algn="l" defTabSz="621792" rtl="0" eaLnBrk="1" latinLnBrk="0" hangingPunct="1">
        <a:lnSpc>
          <a:spcPct val="90000"/>
        </a:lnSpc>
        <a:spcBef>
          <a:spcPts val="340"/>
        </a:spcBef>
        <a:buFont typeface="Arial" panose="020B0604020202020204" pitchFamily="34" charset="0"/>
        <a:buChar char="•"/>
        <a:defRPr sz="1224" kern="1200">
          <a:solidFill>
            <a:schemeClr val="tx1"/>
          </a:solidFill>
          <a:latin typeface="+mn-lt"/>
          <a:ea typeface="+mn-ea"/>
          <a:cs typeface="+mn-cs"/>
        </a:defRPr>
      </a:lvl7pPr>
      <a:lvl8pPr marL="2331720" indent="-155448" algn="l" defTabSz="621792" rtl="0" eaLnBrk="1" latinLnBrk="0" hangingPunct="1">
        <a:lnSpc>
          <a:spcPct val="90000"/>
        </a:lnSpc>
        <a:spcBef>
          <a:spcPts val="340"/>
        </a:spcBef>
        <a:buFont typeface="Arial" panose="020B0604020202020204" pitchFamily="34" charset="0"/>
        <a:buChar char="•"/>
        <a:defRPr sz="1224" kern="1200">
          <a:solidFill>
            <a:schemeClr val="tx1"/>
          </a:solidFill>
          <a:latin typeface="+mn-lt"/>
          <a:ea typeface="+mn-ea"/>
          <a:cs typeface="+mn-cs"/>
        </a:defRPr>
      </a:lvl8pPr>
      <a:lvl9pPr marL="2642616" indent="-155448" algn="l" defTabSz="621792" rtl="0" eaLnBrk="1" latinLnBrk="0" hangingPunct="1">
        <a:lnSpc>
          <a:spcPct val="90000"/>
        </a:lnSpc>
        <a:spcBef>
          <a:spcPts val="340"/>
        </a:spcBef>
        <a:buFont typeface="Arial" panose="020B0604020202020204" pitchFamily="34" charset="0"/>
        <a:buChar char="•"/>
        <a:defRPr sz="1224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21792" rtl="0" eaLnBrk="1" latinLnBrk="0" hangingPunct="1">
        <a:defRPr sz="1224" kern="1200">
          <a:solidFill>
            <a:schemeClr val="tx1"/>
          </a:solidFill>
          <a:latin typeface="+mn-lt"/>
          <a:ea typeface="+mn-ea"/>
          <a:cs typeface="+mn-cs"/>
        </a:defRPr>
      </a:lvl1pPr>
      <a:lvl2pPr marL="310896" algn="l" defTabSz="621792" rtl="0" eaLnBrk="1" latinLnBrk="0" hangingPunct="1">
        <a:defRPr sz="1224" kern="1200">
          <a:solidFill>
            <a:schemeClr val="tx1"/>
          </a:solidFill>
          <a:latin typeface="+mn-lt"/>
          <a:ea typeface="+mn-ea"/>
          <a:cs typeface="+mn-cs"/>
        </a:defRPr>
      </a:lvl2pPr>
      <a:lvl3pPr marL="621792" algn="l" defTabSz="621792" rtl="0" eaLnBrk="1" latinLnBrk="0" hangingPunct="1">
        <a:defRPr sz="1224" kern="1200">
          <a:solidFill>
            <a:schemeClr val="tx1"/>
          </a:solidFill>
          <a:latin typeface="+mn-lt"/>
          <a:ea typeface="+mn-ea"/>
          <a:cs typeface="+mn-cs"/>
        </a:defRPr>
      </a:lvl3pPr>
      <a:lvl4pPr marL="932688" algn="l" defTabSz="621792" rtl="0" eaLnBrk="1" latinLnBrk="0" hangingPunct="1">
        <a:defRPr sz="1224" kern="1200">
          <a:solidFill>
            <a:schemeClr val="tx1"/>
          </a:solidFill>
          <a:latin typeface="+mn-lt"/>
          <a:ea typeface="+mn-ea"/>
          <a:cs typeface="+mn-cs"/>
        </a:defRPr>
      </a:lvl4pPr>
      <a:lvl5pPr marL="1243584" algn="l" defTabSz="621792" rtl="0" eaLnBrk="1" latinLnBrk="0" hangingPunct="1">
        <a:defRPr sz="1224" kern="1200">
          <a:solidFill>
            <a:schemeClr val="tx1"/>
          </a:solidFill>
          <a:latin typeface="+mn-lt"/>
          <a:ea typeface="+mn-ea"/>
          <a:cs typeface="+mn-cs"/>
        </a:defRPr>
      </a:lvl5pPr>
      <a:lvl6pPr marL="1554480" algn="l" defTabSz="621792" rtl="0" eaLnBrk="1" latinLnBrk="0" hangingPunct="1">
        <a:defRPr sz="1224" kern="1200">
          <a:solidFill>
            <a:schemeClr val="tx1"/>
          </a:solidFill>
          <a:latin typeface="+mn-lt"/>
          <a:ea typeface="+mn-ea"/>
          <a:cs typeface="+mn-cs"/>
        </a:defRPr>
      </a:lvl6pPr>
      <a:lvl7pPr marL="1865376" algn="l" defTabSz="621792" rtl="0" eaLnBrk="1" latinLnBrk="0" hangingPunct="1">
        <a:defRPr sz="1224" kern="1200">
          <a:solidFill>
            <a:schemeClr val="tx1"/>
          </a:solidFill>
          <a:latin typeface="+mn-lt"/>
          <a:ea typeface="+mn-ea"/>
          <a:cs typeface="+mn-cs"/>
        </a:defRPr>
      </a:lvl7pPr>
      <a:lvl8pPr marL="2176272" algn="l" defTabSz="621792" rtl="0" eaLnBrk="1" latinLnBrk="0" hangingPunct="1">
        <a:defRPr sz="1224" kern="1200">
          <a:solidFill>
            <a:schemeClr val="tx1"/>
          </a:solidFill>
          <a:latin typeface="+mn-lt"/>
          <a:ea typeface="+mn-ea"/>
          <a:cs typeface="+mn-cs"/>
        </a:defRPr>
      </a:lvl8pPr>
      <a:lvl9pPr marL="2487168" algn="l" defTabSz="621792" rtl="0" eaLnBrk="1" latinLnBrk="0" hangingPunct="1">
        <a:defRPr sz="1224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C98D865D-8989-01DD-B1B3-187B23D14E34}"/>
              </a:ext>
            </a:extLst>
          </p:cNvPr>
          <p:cNvGrpSpPr/>
          <p:nvPr/>
        </p:nvGrpSpPr>
        <p:grpSpPr>
          <a:xfrm>
            <a:off x="226840" y="233680"/>
            <a:ext cx="5737967" cy="5737967"/>
            <a:chOff x="3044283" y="529683"/>
            <a:chExt cx="5798634" cy="5798634"/>
          </a:xfrm>
        </p:grpSpPr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6990A350-6F76-F540-1777-2E0AFD0793E1}"/>
                </a:ext>
              </a:extLst>
            </p:cNvPr>
            <p:cNvSpPr/>
            <p:nvPr/>
          </p:nvSpPr>
          <p:spPr>
            <a:xfrm>
              <a:off x="3044283" y="529683"/>
              <a:ext cx="5798634" cy="5798634"/>
            </a:xfrm>
            <a:prstGeom prst="ellipse">
              <a:avLst/>
            </a:prstGeom>
            <a:solidFill>
              <a:schemeClr val="accent5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endParaRPr lang="en-US" sz="1545" dirty="0">
                <a:solidFill>
                  <a:schemeClr val="bg1"/>
                </a:solidFill>
                <a:latin typeface="Helvetica" pitchFamily="2" charset="0"/>
              </a:endParaRPr>
            </a:p>
            <a:p>
              <a:pPr algn="ctr"/>
              <a:endParaRPr lang="en-US" sz="1545" dirty="0">
                <a:solidFill>
                  <a:schemeClr val="bg1"/>
                </a:solidFill>
                <a:latin typeface="Helvetica" pitchFamily="2" charset="0"/>
              </a:endParaRPr>
            </a:p>
            <a:p>
              <a:pPr algn="ctr"/>
              <a:endParaRPr lang="en-US" sz="1545" dirty="0">
                <a:solidFill>
                  <a:schemeClr val="bg1"/>
                </a:solidFill>
                <a:latin typeface="Helvetica" pitchFamily="2" charset="0"/>
              </a:endParaRPr>
            </a:p>
            <a:p>
              <a:pPr algn="ctr"/>
              <a:endParaRPr lang="en-US" sz="1545" dirty="0">
                <a:solidFill>
                  <a:schemeClr val="bg1"/>
                </a:solidFill>
                <a:latin typeface="Helvetica" pitchFamily="2" charset="0"/>
              </a:endParaRPr>
            </a:p>
            <a:p>
              <a:pPr algn="ctr"/>
              <a:endParaRPr lang="en-US" sz="1545" dirty="0">
                <a:solidFill>
                  <a:schemeClr val="bg1"/>
                </a:solidFill>
                <a:latin typeface="Helvetica" pitchFamily="2" charset="0"/>
              </a:endParaRPr>
            </a:p>
            <a:p>
              <a:pPr algn="ctr"/>
              <a:endParaRPr lang="en-US" sz="1545">
                <a:solidFill>
                  <a:schemeClr val="bg1"/>
                </a:solidFill>
                <a:latin typeface="Helvetica" pitchFamily="2" charset="0"/>
              </a:endParaRPr>
            </a:p>
            <a:p>
              <a:pPr algn="ctr"/>
              <a:r>
                <a:rPr lang="en-US" sz="1545">
                  <a:solidFill>
                    <a:schemeClr val="bg1"/>
                  </a:solidFill>
                  <a:latin typeface="Helvetica" pitchFamily="2" charset="0"/>
                </a:rPr>
                <a:t>Collective </a:t>
              </a:r>
              <a:endParaRPr lang="en-US" sz="1545" dirty="0">
                <a:solidFill>
                  <a:schemeClr val="bg1"/>
                </a:solidFill>
                <a:latin typeface="Helvetica" pitchFamily="2" charset="0"/>
              </a:endParaRPr>
            </a:p>
            <a:p>
              <a:pPr algn="ctr"/>
              <a:r>
                <a:rPr lang="en-US" sz="1545" dirty="0">
                  <a:solidFill>
                    <a:schemeClr val="bg1"/>
                  </a:solidFill>
                  <a:latin typeface="Helvetica" pitchFamily="2" charset="0"/>
                </a:rPr>
                <a:t>intelligence (CI)</a:t>
              </a:r>
            </a:p>
          </p:txBody>
        </p:sp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2962143C-FBB2-1B25-D97E-B5BA44CE6F6B}"/>
                </a:ext>
              </a:extLst>
            </p:cNvPr>
            <p:cNvSpPr/>
            <p:nvPr/>
          </p:nvSpPr>
          <p:spPr>
            <a:xfrm>
              <a:off x="4440974" y="3969833"/>
              <a:ext cx="2246970" cy="224697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545" dirty="0">
                  <a:solidFill>
                    <a:schemeClr val="tx1"/>
                  </a:solidFill>
                  <a:latin typeface="Helvetica" pitchFamily="2" charset="0"/>
                </a:rPr>
                <a:t>Collective memory (CM)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1427078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1333</TotalTime>
  <Words>10</Words>
  <Application>Microsoft Macintosh PowerPoint</Application>
  <PresentationFormat>Custom</PresentationFormat>
  <Paragraphs>9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Helvetica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Ritwika Vallomparambath PanikkasserySugasree</dc:creator>
  <cp:lastModifiedBy>Ritwika Vallomparambath PanikkasserySugasree</cp:lastModifiedBy>
  <cp:revision>2</cp:revision>
  <dcterms:created xsi:type="dcterms:W3CDTF">2025-12-07T12:31:16Z</dcterms:created>
  <dcterms:modified xsi:type="dcterms:W3CDTF">2025-12-08T10:44:20Z</dcterms:modified>
</cp:coreProperties>
</file>