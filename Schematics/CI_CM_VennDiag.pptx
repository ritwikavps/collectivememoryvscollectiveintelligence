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11055350" cy="62182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75"/>
  </p:normalViewPr>
  <p:slideViewPr>
    <p:cSldViewPr snapToGrid="0" snapToObjects="1">
      <p:cViewPr varScale="1">
        <p:scale>
          <a:sx n="126" d="100"/>
          <a:sy n="126" d="100"/>
        </p:scale>
        <p:origin x="5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1919" y="1017661"/>
            <a:ext cx="8291513" cy="2164868"/>
          </a:xfrm>
        </p:spPr>
        <p:txBody>
          <a:bodyPr anchor="b"/>
          <a:lstStyle>
            <a:lvl1pPr algn="ctr">
              <a:defRPr sz="5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81919" y="3266015"/>
            <a:ext cx="8291513" cy="1501301"/>
          </a:xfrm>
        </p:spPr>
        <p:txBody>
          <a:bodyPr/>
          <a:lstStyle>
            <a:lvl1pPr marL="0" indent="0" algn="ctr">
              <a:buNone/>
              <a:defRPr sz="2176"/>
            </a:lvl1pPr>
            <a:lvl2pPr marL="414543" indent="0" algn="ctr">
              <a:buNone/>
              <a:defRPr sz="1813"/>
            </a:lvl2pPr>
            <a:lvl3pPr marL="829086" indent="0" algn="ctr">
              <a:buNone/>
              <a:defRPr sz="1632"/>
            </a:lvl3pPr>
            <a:lvl4pPr marL="1243630" indent="0" algn="ctr">
              <a:buNone/>
              <a:defRPr sz="1451"/>
            </a:lvl4pPr>
            <a:lvl5pPr marL="1658173" indent="0" algn="ctr">
              <a:buNone/>
              <a:defRPr sz="1451"/>
            </a:lvl5pPr>
            <a:lvl6pPr marL="2072716" indent="0" algn="ctr">
              <a:buNone/>
              <a:defRPr sz="1451"/>
            </a:lvl6pPr>
            <a:lvl7pPr marL="2487259" indent="0" algn="ctr">
              <a:buNone/>
              <a:defRPr sz="1451"/>
            </a:lvl7pPr>
            <a:lvl8pPr marL="2901803" indent="0" algn="ctr">
              <a:buNone/>
              <a:defRPr sz="1451"/>
            </a:lvl8pPr>
            <a:lvl9pPr marL="3316346" indent="0" algn="ctr">
              <a:buNone/>
              <a:defRPr sz="145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0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300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298" y="1550242"/>
            <a:ext cx="9535239" cy="2586614"/>
          </a:xfrm>
        </p:spPr>
        <p:txBody>
          <a:bodyPr anchor="b"/>
          <a:lstStyle>
            <a:lvl1pPr>
              <a:defRPr sz="5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298" y="4161326"/>
            <a:ext cx="9535239" cy="1360239"/>
          </a:xfrm>
        </p:spPr>
        <p:txBody>
          <a:bodyPr/>
          <a:lstStyle>
            <a:lvl1pPr marL="0" indent="0">
              <a:buNone/>
              <a:defRPr sz="2176">
                <a:solidFill>
                  <a:schemeClr val="tx1">
                    <a:tint val="75000"/>
                  </a:schemeClr>
                </a:solidFill>
              </a:defRPr>
            </a:lvl1pPr>
            <a:lvl2pPr marL="414543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2pPr>
            <a:lvl3pPr marL="829086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3pPr>
            <a:lvl4pPr marL="1243630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4pPr>
            <a:lvl5pPr marL="1658173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5pPr>
            <a:lvl6pPr marL="2072716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6pPr>
            <a:lvl7pPr marL="2487259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7pPr>
            <a:lvl8pPr marL="2901803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8pPr>
            <a:lvl9pPr marL="3316346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288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0055" y="1655318"/>
            <a:ext cx="4698524" cy="39454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6771" y="1655318"/>
            <a:ext cx="4698524" cy="39454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556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95" y="331064"/>
            <a:ext cx="9535239" cy="12019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496" y="1524332"/>
            <a:ext cx="4676931" cy="747052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43" indent="0">
              <a:buNone/>
              <a:defRPr sz="1813" b="1"/>
            </a:lvl2pPr>
            <a:lvl3pPr marL="829086" indent="0">
              <a:buNone/>
              <a:defRPr sz="1632" b="1"/>
            </a:lvl3pPr>
            <a:lvl4pPr marL="1243630" indent="0">
              <a:buNone/>
              <a:defRPr sz="1451" b="1"/>
            </a:lvl4pPr>
            <a:lvl5pPr marL="1658173" indent="0">
              <a:buNone/>
              <a:defRPr sz="1451" b="1"/>
            </a:lvl5pPr>
            <a:lvl6pPr marL="2072716" indent="0">
              <a:buNone/>
              <a:defRPr sz="1451" b="1"/>
            </a:lvl6pPr>
            <a:lvl7pPr marL="2487259" indent="0">
              <a:buNone/>
              <a:defRPr sz="1451" b="1"/>
            </a:lvl7pPr>
            <a:lvl8pPr marL="2901803" indent="0">
              <a:buNone/>
              <a:defRPr sz="1451" b="1"/>
            </a:lvl8pPr>
            <a:lvl9pPr marL="3316346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1496" y="2271384"/>
            <a:ext cx="4676931" cy="3340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96771" y="1524332"/>
            <a:ext cx="4699964" cy="747052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43" indent="0">
              <a:buNone/>
              <a:defRPr sz="1813" b="1"/>
            </a:lvl2pPr>
            <a:lvl3pPr marL="829086" indent="0">
              <a:buNone/>
              <a:defRPr sz="1632" b="1"/>
            </a:lvl3pPr>
            <a:lvl4pPr marL="1243630" indent="0">
              <a:buNone/>
              <a:defRPr sz="1451" b="1"/>
            </a:lvl4pPr>
            <a:lvl5pPr marL="1658173" indent="0">
              <a:buNone/>
              <a:defRPr sz="1451" b="1"/>
            </a:lvl5pPr>
            <a:lvl6pPr marL="2072716" indent="0">
              <a:buNone/>
              <a:defRPr sz="1451" b="1"/>
            </a:lvl6pPr>
            <a:lvl7pPr marL="2487259" indent="0">
              <a:buNone/>
              <a:defRPr sz="1451" b="1"/>
            </a:lvl7pPr>
            <a:lvl8pPr marL="2901803" indent="0">
              <a:buNone/>
              <a:defRPr sz="1451" b="1"/>
            </a:lvl8pPr>
            <a:lvl9pPr marL="3316346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6771" y="2271384"/>
            <a:ext cx="4699964" cy="3340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287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016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22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96" y="414549"/>
            <a:ext cx="3565638" cy="1450922"/>
          </a:xfrm>
        </p:spPr>
        <p:txBody>
          <a:bodyPr anchor="b"/>
          <a:lstStyle>
            <a:lvl1pPr>
              <a:defRPr sz="29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964" y="895312"/>
            <a:ext cx="5596771" cy="4418979"/>
          </a:xfrm>
        </p:spPr>
        <p:txBody>
          <a:bodyPr/>
          <a:lstStyle>
            <a:lvl1pPr>
              <a:defRPr sz="2901"/>
            </a:lvl1pPr>
            <a:lvl2pPr>
              <a:defRPr sz="2539"/>
            </a:lvl2pPr>
            <a:lvl3pPr>
              <a:defRPr sz="2176"/>
            </a:lvl3pPr>
            <a:lvl4pPr>
              <a:defRPr sz="1813"/>
            </a:lvl4pPr>
            <a:lvl5pPr>
              <a:defRPr sz="1813"/>
            </a:lvl5pPr>
            <a:lvl6pPr>
              <a:defRPr sz="1813"/>
            </a:lvl6pPr>
            <a:lvl7pPr>
              <a:defRPr sz="1813"/>
            </a:lvl7pPr>
            <a:lvl8pPr>
              <a:defRPr sz="1813"/>
            </a:lvl8pPr>
            <a:lvl9pPr>
              <a:defRPr sz="181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1496" y="1865471"/>
            <a:ext cx="3565638" cy="3456017"/>
          </a:xfrm>
        </p:spPr>
        <p:txBody>
          <a:bodyPr/>
          <a:lstStyle>
            <a:lvl1pPr marL="0" indent="0">
              <a:buNone/>
              <a:defRPr sz="1451"/>
            </a:lvl1pPr>
            <a:lvl2pPr marL="414543" indent="0">
              <a:buNone/>
              <a:defRPr sz="1269"/>
            </a:lvl2pPr>
            <a:lvl3pPr marL="829086" indent="0">
              <a:buNone/>
              <a:defRPr sz="1088"/>
            </a:lvl3pPr>
            <a:lvl4pPr marL="1243630" indent="0">
              <a:buNone/>
              <a:defRPr sz="907"/>
            </a:lvl4pPr>
            <a:lvl5pPr marL="1658173" indent="0">
              <a:buNone/>
              <a:defRPr sz="907"/>
            </a:lvl5pPr>
            <a:lvl6pPr marL="2072716" indent="0">
              <a:buNone/>
              <a:defRPr sz="907"/>
            </a:lvl6pPr>
            <a:lvl7pPr marL="2487259" indent="0">
              <a:buNone/>
              <a:defRPr sz="907"/>
            </a:lvl7pPr>
            <a:lvl8pPr marL="2901803" indent="0">
              <a:buNone/>
              <a:defRPr sz="907"/>
            </a:lvl8pPr>
            <a:lvl9pPr marL="3316346" indent="0">
              <a:buNone/>
              <a:defRPr sz="9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45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96" y="414549"/>
            <a:ext cx="3565638" cy="1450922"/>
          </a:xfrm>
        </p:spPr>
        <p:txBody>
          <a:bodyPr anchor="b"/>
          <a:lstStyle>
            <a:lvl1pPr>
              <a:defRPr sz="29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99964" y="895312"/>
            <a:ext cx="5596771" cy="4418979"/>
          </a:xfrm>
        </p:spPr>
        <p:txBody>
          <a:bodyPr anchor="t"/>
          <a:lstStyle>
            <a:lvl1pPr marL="0" indent="0">
              <a:buNone/>
              <a:defRPr sz="2901"/>
            </a:lvl1pPr>
            <a:lvl2pPr marL="414543" indent="0">
              <a:buNone/>
              <a:defRPr sz="2539"/>
            </a:lvl2pPr>
            <a:lvl3pPr marL="829086" indent="0">
              <a:buNone/>
              <a:defRPr sz="2176"/>
            </a:lvl3pPr>
            <a:lvl4pPr marL="1243630" indent="0">
              <a:buNone/>
              <a:defRPr sz="1813"/>
            </a:lvl4pPr>
            <a:lvl5pPr marL="1658173" indent="0">
              <a:buNone/>
              <a:defRPr sz="1813"/>
            </a:lvl5pPr>
            <a:lvl6pPr marL="2072716" indent="0">
              <a:buNone/>
              <a:defRPr sz="1813"/>
            </a:lvl6pPr>
            <a:lvl7pPr marL="2487259" indent="0">
              <a:buNone/>
              <a:defRPr sz="1813"/>
            </a:lvl7pPr>
            <a:lvl8pPr marL="2901803" indent="0">
              <a:buNone/>
              <a:defRPr sz="1813"/>
            </a:lvl8pPr>
            <a:lvl9pPr marL="3316346" indent="0">
              <a:buNone/>
              <a:defRPr sz="181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1496" y="1865471"/>
            <a:ext cx="3565638" cy="3456017"/>
          </a:xfrm>
        </p:spPr>
        <p:txBody>
          <a:bodyPr/>
          <a:lstStyle>
            <a:lvl1pPr marL="0" indent="0">
              <a:buNone/>
              <a:defRPr sz="1451"/>
            </a:lvl1pPr>
            <a:lvl2pPr marL="414543" indent="0">
              <a:buNone/>
              <a:defRPr sz="1269"/>
            </a:lvl2pPr>
            <a:lvl3pPr marL="829086" indent="0">
              <a:buNone/>
              <a:defRPr sz="1088"/>
            </a:lvl3pPr>
            <a:lvl4pPr marL="1243630" indent="0">
              <a:buNone/>
              <a:defRPr sz="907"/>
            </a:lvl4pPr>
            <a:lvl5pPr marL="1658173" indent="0">
              <a:buNone/>
              <a:defRPr sz="907"/>
            </a:lvl5pPr>
            <a:lvl6pPr marL="2072716" indent="0">
              <a:buNone/>
              <a:defRPr sz="907"/>
            </a:lvl6pPr>
            <a:lvl7pPr marL="2487259" indent="0">
              <a:buNone/>
              <a:defRPr sz="907"/>
            </a:lvl7pPr>
            <a:lvl8pPr marL="2901803" indent="0">
              <a:buNone/>
              <a:defRPr sz="907"/>
            </a:lvl8pPr>
            <a:lvl9pPr marL="3316346" indent="0">
              <a:buNone/>
              <a:defRPr sz="9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01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99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11485" y="331064"/>
            <a:ext cx="2383810" cy="52696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0055" y="331064"/>
            <a:ext cx="7013238" cy="52696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429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0056" y="331064"/>
            <a:ext cx="9535239" cy="12019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0056" y="1655318"/>
            <a:ext cx="9535239" cy="3945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055" y="5763386"/>
            <a:ext cx="2487454" cy="3310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3360F-6A4A-114B-BF4E-EC83570D5527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62085" y="5763386"/>
            <a:ext cx="3731181" cy="3310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7841" y="5763386"/>
            <a:ext cx="2487454" cy="3310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912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829086" rtl="0" eaLnBrk="1" latinLnBrk="0" hangingPunct="1">
        <a:lnSpc>
          <a:spcPct val="90000"/>
        </a:lnSpc>
        <a:spcBef>
          <a:spcPct val="0"/>
        </a:spcBef>
        <a:buNone/>
        <a:defRPr sz="39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7272" indent="-207272" algn="l" defTabSz="829086" rtl="0" eaLnBrk="1" latinLnBrk="0" hangingPunct="1">
        <a:lnSpc>
          <a:spcPct val="90000"/>
        </a:lnSpc>
        <a:spcBef>
          <a:spcPts val="907"/>
        </a:spcBef>
        <a:buFont typeface="Arial" panose="020B0604020202020204" pitchFamily="34" charset="0"/>
        <a:buChar char="•"/>
        <a:defRPr sz="2539" kern="1200">
          <a:solidFill>
            <a:schemeClr val="tx1"/>
          </a:solidFill>
          <a:latin typeface="+mn-lt"/>
          <a:ea typeface="+mn-ea"/>
          <a:cs typeface="+mn-cs"/>
        </a:defRPr>
      </a:lvl1pPr>
      <a:lvl2pPr marL="621815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2pPr>
      <a:lvl3pPr marL="1036358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813" kern="1200">
          <a:solidFill>
            <a:schemeClr val="tx1"/>
          </a:solidFill>
          <a:latin typeface="+mn-lt"/>
          <a:ea typeface="+mn-ea"/>
          <a:cs typeface="+mn-cs"/>
        </a:defRPr>
      </a:lvl3pPr>
      <a:lvl4pPr marL="1450901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865445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279988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694531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3109074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523618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43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086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630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173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716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259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1803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346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98D865D-8989-01DD-B1B3-187B23D14E34}"/>
              </a:ext>
            </a:extLst>
          </p:cNvPr>
          <p:cNvGrpSpPr/>
          <p:nvPr/>
        </p:nvGrpSpPr>
        <p:grpSpPr>
          <a:xfrm>
            <a:off x="2645399" y="233683"/>
            <a:ext cx="5737967" cy="5737967"/>
            <a:chOff x="3044283" y="529683"/>
            <a:chExt cx="5798634" cy="579863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990A350-6F76-F540-1777-2E0AFD0793E1}"/>
                </a:ext>
              </a:extLst>
            </p:cNvPr>
            <p:cNvSpPr/>
            <p:nvPr/>
          </p:nvSpPr>
          <p:spPr>
            <a:xfrm>
              <a:off x="3044283" y="529683"/>
              <a:ext cx="5798634" cy="5798634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200" dirty="0">
                  <a:solidFill>
                    <a:schemeClr val="bg1"/>
                  </a:solidFill>
                  <a:latin typeface="Aptos" panose="020B0004020202020204" pitchFamily="34" charset="0"/>
                </a:rPr>
                <a:t>Collective </a:t>
              </a:r>
            </a:p>
            <a:p>
              <a:pPr algn="ctr"/>
              <a:r>
                <a:rPr lang="en-US" sz="2200" dirty="0">
                  <a:solidFill>
                    <a:schemeClr val="bg1"/>
                  </a:solidFill>
                  <a:latin typeface="Aptos" panose="020B0004020202020204" pitchFamily="34" charset="0"/>
                </a:rPr>
                <a:t>intelligence (CI)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962143C-FBB2-1B25-D97E-B5BA44CE6F6B}"/>
                </a:ext>
              </a:extLst>
            </p:cNvPr>
            <p:cNvSpPr/>
            <p:nvPr/>
          </p:nvSpPr>
          <p:spPr>
            <a:xfrm>
              <a:off x="4174021" y="3571485"/>
              <a:ext cx="2655586" cy="265558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200" dirty="0">
                  <a:solidFill>
                    <a:schemeClr val="tx1"/>
                  </a:solidFill>
                  <a:latin typeface="Aptos" panose="020B0004020202020204" pitchFamily="34" charset="0"/>
                </a:rPr>
                <a:t>Collective memory (CM)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F60FADE-F379-23D4-4569-AEFB12DF935A}"/>
              </a:ext>
            </a:extLst>
          </p:cNvPr>
          <p:cNvSpPr txBox="1"/>
          <p:nvPr/>
        </p:nvSpPr>
        <p:spPr>
          <a:xfrm>
            <a:off x="8168640" y="619760"/>
            <a:ext cx="214379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Aptos" panose="020B0004020202020204" pitchFamily="34" charset="0"/>
              </a:rPr>
              <a:t>&lt;Insert notes&gt;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779CC1-D8BA-DA4F-4403-7D9F133A7E5D}"/>
              </a:ext>
            </a:extLst>
          </p:cNvPr>
          <p:cNvSpPr txBox="1"/>
          <p:nvPr/>
        </p:nvSpPr>
        <p:spPr>
          <a:xfrm>
            <a:off x="172720" y="4953802"/>
            <a:ext cx="337361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Aptos" panose="020B0004020202020204" pitchFamily="34" charset="0"/>
              </a:rPr>
              <a:t>Shared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Aptos" panose="020B0004020202020204" pitchFamily="34" charset="0"/>
              </a:rPr>
              <a:t>&lt;other summary notes?&gt;</a:t>
            </a:r>
          </a:p>
        </p:txBody>
      </p:sp>
    </p:spTree>
    <p:extLst>
      <p:ext uri="{BB962C8B-B14F-4D97-AF65-F5344CB8AC3E}">
        <p14:creationId xmlns:p14="http://schemas.microsoft.com/office/powerpoint/2010/main" val="314270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1335</TotalTime>
  <Words>21</Words>
  <Application>Microsoft Macintosh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Ritwika Vallomparambath PanikkasserySugasree</dc:creator>
  <cp:lastModifiedBy>Ritwika Vallomparambath PanikkasserySugasree</cp:lastModifiedBy>
  <cp:revision>3</cp:revision>
  <dcterms:created xsi:type="dcterms:W3CDTF">2025-12-07T12:31:16Z</dcterms:created>
  <dcterms:modified xsi:type="dcterms:W3CDTF">2025-12-08T14:00:18Z</dcterms:modified>
</cp:coreProperties>
</file>